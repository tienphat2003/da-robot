
<file path=[Content_Types].xml><?xml version="1.0" encoding="utf-8"?>
<Types xmlns="http://schemas.openxmlformats.org/package/2006/content-types">
  <Default Extension="jpeg" ContentType="image/jpeg"/>
  <Default Extension="JPG" ContentType="image/.jpg"/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75" r:id="rId3"/>
    <p:sldId id="348" r:id="rId4"/>
    <p:sldId id="346" r:id="rId5"/>
    <p:sldId id="344" r:id="rId6"/>
    <p:sldId id="349" r:id="rId7"/>
    <p:sldId id="343" r:id="rId8"/>
    <p:sldId id="375" r:id="rId9"/>
    <p:sldId id="384" r:id="rId10"/>
    <p:sldId id="385" r:id="rId11"/>
    <p:sldId id="352" r:id="rId12"/>
    <p:sldId id="431" r:id="rId13"/>
    <p:sldId id="404" r:id="rId14"/>
    <p:sldId id="416" r:id="rId15"/>
    <p:sldId id="403" r:id="rId16"/>
    <p:sldId id="351" r:id="rId18"/>
    <p:sldId id="440" r:id="rId19"/>
    <p:sldId id="441" r:id="rId20"/>
    <p:sldId id="442" r:id="rId21"/>
    <p:sldId id="443" r:id="rId22"/>
    <p:sldId id="444" r:id="rId23"/>
    <p:sldId id="445" r:id="rId24"/>
    <p:sldId id="446" r:id="rId25"/>
    <p:sldId id="447" r:id="rId26"/>
    <p:sldId id="448" r:id="rId27"/>
    <p:sldId id="373" r:id="rId28"/>
    <p:sldId id="428" r:id="rId29"/>
    <p:sldId id="429" r:id="rId30"/>
    <p:sldId id="432" r:id="rId31"/>
    <p:sldId id="433" r:id="rId32"/>
    <p:sldId id="434" r:id="rId33"/>
    <p:sldId id="435" r:id="rId34"/>
    <p:sldId id="436" r:id="rId35"/>
    <p:sldId id="437" r:id="rId36"/>
    <p:sldId id="438" r:id="rId37"/>
    <p:sldId id="265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3" d="100"/>
          <a:sy n="103" d="100"/>
        </p:scale>
        <p:origin x="72" y="312"/>
      </p:cViewPr>
      <p:guideLst>
        <p:guide orient="horz" pos="2201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1" Type="http://schemas.openxmlformats.org/officeDocument/2006/relationships/tableStyles" Target="tableStyles.xml"/><Relationship Id="rId40" Type="http://schemas.openxmlformats.org/officeDocument/2006/relationships/viewProps" Target="viewProps.xml"/><Relationship Id="rId4" Type="http://schemas.openxmlformats.org/officeDocument/2006/relationships/slide" Target="slides/slide2.xml"/><Relationship Id="rId39" Type="http://schemas.openxmlformats.org/officeDocument/2006/relationships/presProps" Target="presProps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emf"/></Relationships>
</file>

<file path=ppt/drawings/_rels/vmlDrawing2.vml.rels><?xml version="1.0" encoding="UTF-8" standalone="yes"?>
<Relationships xmlns="http://schemas.openxmlformats.org/package/2006/relationships"><Relationship Id="rId4" Type="http://schemas.openxmlformats.org/officeDocument/2006/relationships/image" Target="../media/image12.wmf"/><Relationship Id="rId3" Type="http://schemas.openxmlformats.org/officeDocument/2006/relationships/image" Target="../media/image11.wmf"/><Relationship Id="rId2" Type="http://schemas.openxmlformats.org/officeDocument/2006/relationships/image" Target="../media/image10.wmf"/><Relationship Id="rId1" Type="http://schemas.openxmlformats.org/officeDocument/2006/relationships/image" Target="../media/image9.wmf"/></Relationships>
</file>

<file path=ppt/drawings/_rels/vmlDrawing3.vml.rels><?xml version="1.0" encoding="UTF-8" standalone="yes"?>
<Relationships xmlns="http://schemas.openxmlformats.org/package/2006/relationships"><Relationship Id="rId6" Type="http://schemas.openxmlformats.org/officeDocument/2006/relationships/image" Target="../media/image17.wmf"/><Relationship Id="rId5" Type="http://schemas.openxmlformats.org/officeDocument/2006/relationships/image" Target="../media/image16.wmf"/><Relationship Id="rId4" Type="http://schemas.openxmlformats.org/officeDocument/2006/relationships/image" Target="../media/image15.wmf"/><Relationship Id="rId3" Type="http://schemas.openxmlformats.org/officeDocument/2006/relationships/image" Target="../media/image14.wmf"/><Relationship Id="rId2" Type="http://schemas.openxmlformats.org/officeDocument/2006/relationships/image" Target="../media/image13.wmf"/><Relationship Id="rId1" Type="http://schemas.openxmlformats.org/officeDocument/2006/relationships/image" Target="../media/image11.wmf"/></Relationships>
</file>

<file path=ppt/drawings/_rels/vmlDrawing4.vml.rels><?xml version="1.0" encoding="UTF-8" standalone="yes"?>
<Relationships xmlns="http://schemas.openxmlformats.org/package/2006/relationships"><Relationship Id="rId3" Type="http://schemas.openxmlformats.org/officeDocument/2006/relationships/image" Target="../media/image20.wmf"/><Relationship Id="rId2" Type="http://schemas.openxmlformats.org/officeDocument/2006/relationships/image" Target="../media/image19.wmf"/><Relationship Id="rId1" Type="http://schemas.openxmlformats.org/officeDocument/2006/relationships/image" Target="../media/image18.w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image" Target="../media/image22.wmf"/><Relationship Id="rId1" Type="http://schemas.openxmlformats.org/officeDocument/2006/relationships/image" Target="../media/image21.w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image" Target="../media/image25.wmf"/><Relationship Id="rId1" Type="http://schemas.openxmlformats.org/officeDocument/2006/relationships/image" Target="../media/image24.wmf"/></Relationships>
</file>

<file path=ppt/drawings/_rels/vmlDrawing7.vml.rels><?xml version="1.0" encoding="UTF-8" standalone="yes"?>
<Relationships xmlns="http://schemas.openxmlformats.org/package/2006/relationships"><Relationship Id="rId2" Type="http://schemas.openxmlformats.org/officeDocument/2006/relationships/image" Target="../media/image28.wmf"/><Relationship Id="rId1" Type="http://schemas.openxmlformats.org/officeDocument/2006/relationships/image" Target="../media/image27.wmf"/></Relationships>
</file>

<file path=ppt/drawings/_rels/vmlDrawing8.vml.rels><?xml version="1.0" encoding="UTF-8" standalone="yes"?>
<Relationships xmlns="http://schemas.openxmlformats.org/package/2006/relationships"><Relationship Id="rId4" Type="http://schemas.openxmlformats.org/officeDocument/2006/relationships/image" Target="../media/image32.wmf"/><Relationship Id="rId3" Type="http://schemas.openxmlformats.org/officeDocument/2006/relationships/image" Target="../media/image31.wmf"/><Relationship Id="rId2" Type="http://schemas.openxmlformats.org/officeDocument/2006/relationships/image" Target="../media/image30.wmf"/><Relationship Id="rId1" Type="http://schemas.openxmlformats.org/officeDocument/2006/relationships/image" Target="../media/image29.wmf"/></Relationships>
</file>

<file path=ppt/drawings/_rels/vmlDrawing9.vml.rels><?xml version="1.0" encoding="UTF-8" standalone="yes"?>
<Relationships xmlns="http://schemas.openxmlformats.org/package/2006/relationships"><Relationship Id="rId3" Type="http://schemas.openxmlformats.org/officeDocument/2006/relationships/image" Target="../media/image35.wmf"/><Relationship Id="rId2" Type="http://schemas.openxmlformats.org/officeDocument/2006/relationships/image" Target="../media/image34.wmf"/><Relationship Id="rId1" Type="http://schemas.openxmlformats.org/officeDocument/2006/relationships/image" Target="../media/image33.wmf"/></Relationships>
</file>

<file path=ppt/drawings/_rels/vmlDrawing10.vml.rels><?xml version="1.0" encoding="UTF-8" standalone="yes"?>
<Relationships xmlns="http://schemas.openxmlformats.org/package/2006/relationships"><Relationship Id="rId2" Type="http://schemas.openxmlformats.org/officeDocument/2006/relationships/image" Target="../media/image37.wmf"/><Relationship Id="rId1" Type="http://schemas.openxmlformats.org/officeDocument/2006/relationships/image" Target="../media/image36.wmf"/></Relationships>
</file>

<file path=ppt/drawings/_rels/vmlDrawing11.vml.rels><?xml version="1.0" encoding="UTF-8" standalone="yes"?>
<Relationships xmlns="http://schemas.openxmlformats.org/package/2006/relationships"><Relationship Id="rId2" Type="http://schemas.openxmlformats.org/officeDocument/2006/relationships/image" Target="../media/image41.wmf"/><Relationship Id="rId1" Type="http://schemas.openxmlformats.org/officeDocument/2006/relationships/image" Target="../media/image40.wmf"/></Relationships>
</file>

<file path=ppt/drawings/_rels/vmlDrawing12.vml.rels><?xml version="1.0" encoding="UTF-8" standalone="yes"?>
<Relationships xmlns="http://schemas.openxmlformats.org/package/2006/relationships"><Relationship Id="rId2" Type="http://schemas.openxmlformats.org/officeDocument/2006/relationships/image" Target="../media/image44.wmf"/><Relationship Id="rId1" Type="http://schemas.openxmlformats.org/officeDocument/2006/relationships/image" Target="../media/image43.wmf"/></Relationships>
</file>

<file path=ppt/drawings/_rels/vmlDrawing13.vml.rels><?xml version="1.0" encoding="UTF-8" standalone="yes"?>
<Relationships xmlns="http://schemas.openxmlformats.org/package/2006/relationships"><Relationship Id="rId2" Type="http://schemas.openxmlformats.org/officeDocument/2006/relationships/image" Target="../media/image47.wmf"/><Relationship Id="rId1" Type="http://schemas.openxmlformats.org/officeDocument/2006/relationships/image" Target="../media/image46.wmf"/></Relationships>
</file>

<file path=ppt/drawings/_rels/vmlDrawing14.vml.rels><?xml version="1.0" encoding="UTF-8" standalone="yes"?>
<Relationships xmlns="http://schemas.openxmlformats.org/package/2006/relationships"><Relationship Id="rId3" Type="http://schemas.openxmlformats.org/officeDocument/2006/relationships/image" Target="../media/image50.wmf"/><Relationship Id="rId2" Type="http://schemas.openxmlformats.org/officeDocument/2006/relationships/image" Target="../media/image49.wmf"/><Relationship Id="rId1" Type="http://schemas.openxmlformats.org/officeDocument/2006/relationships/image" Target="../media/image48.wmf"/></Relationships>
</file>

<file path=ppt/drawings/_rels/vmlDrawing15.vml.rels><?xml version="1.0" encoding="UTF-8" standalone="yes"?>
<Relationships xmlns="http://schemas.openxmlformats.org/package/2006/relationships"><Relationship Id="rId3" Type="http://schemas.openxmlformats.org/officeDocument/2006/relationships/image" Target="../media/image55.wmf"/><Relationship Id="rId2" Type="http://schemas.openxmlformats.org/officeDocument/2006/relationships/image" Target="../media/image54.wmf"/><Relationship Id="rId1" Type="http://schemas.openxmlformats.org/officeDocument/2006/relationships/image" Target="../media/image53.wmf"/></Relationships>
</file>

<file path=ppt/drawings/_rels/vmlDrawing16.vml.rels><?xml version="1.0" encoding="UTF-8" standalone="yes"?>
<Relationships xmlns="http://schemas.openxmlformats.org/package/2006/relationships"><Relationship Id="rId3" Type="http://schemas.openxmlformats.org/officeDocument/2006/relationships/image" Target="../media/image60.wmf"/><Relationship Id="rId2" Type="http://schemas.openxmlformats.org/officeDocument/2006/relationships/image" Target="../media/image59.wmf"/><Relationship Id="rId1" Type="http://schemas.openxmlformats.org/officeDocument/2006/relationships/image" Target="../media/image58.wmf"/></Relationships>
</file>

<file path=ppt/drawings/_rels/vmlDrawing17.vml.rels><?xml version="1.0" encoding="UTF-8" standalone="yes"?>
<Relationships xmlns="http://schemas.openxmlformats.org/package/2006/relationships"><Relationship Id="rId3" Type="http://schemas.openxmlformats.org/officeDocument/2006/relationships/image" Target="../media/image67.wmf"/><Relationship Id="rId2" Type="http://schemas.openxmlformats.org/officeDocument/2006/relationships/image" Target="../media/image66.wmf"/><Relationship Id="rId1" Type="http://schemas.openxmlformats.org/officeDocument/2006/relationships/image" Target="../media/image65.wmf"/></Relationships>
</file>

<file path=ppt/drawings/_rels/vmlDrawing18.vml.rels><?xml version="1.0" encoding="UTF-8" standalone="yes"?>
<Relationships xmlns="http://schemas.openxmlformats.org/package/2006/relationships"><Relationship Id="rId2" Type="http://schemas.openxmlformats.org/officeDocument/2006/relationships/image" Target="../media/image69.wmf"/><Relationship Id="rId1" Type="http://schemas.openxmlformats.org/officeDocument/2006/relationships/image" Target="../media/image68.wmf"/></Relationships>
</file>

<file path=ppt/drawings/_rels/vmlDrawing19.vml.rels><?xml version="1.0" encoding="UTF-8" standalone="yes"?>
<Relationships xmlns="http://schemas.openxmlformats.org/package/2006/relationships"><Relationship Id="rId4" Type="http://schemas.openxmlformats.org/officeDocument/2006/relationships/image" Target="../media/image73.wmf"/><Relationship Id="rId3" Type="http://schemas.openxmlformats.org/officeDocument/2006/relationships/image" Target="../media/image72.wmf"/><Relationship Id="rId2" Type="http://schemas.openxmlformats.org/officeDocument/2006/relationships/image" Target="../media/image71.wmf"/><Relationship Id="rId1" Type="http://schemas.openxmlformats.org/officeDocument/2006/relationships/image" Target="../media/image70.wmf"/></Relationships>
</file>

<file path=ppt/drawings/_rels/vmlDrawing20.vml.rels><?xml version="1.0" encoding="UTF-8" standalone="yes"?>
<Relationships xmlns="http://schemas.openxmlformats.org/package/2006/relationships"><Relationship Id="rId2" Type="http://schemas.openxmlformats.org/officeDocument/2006/relationships/image" Target="../media/image75.wmf"/><Relationship Id="rId1" Type="http://schemas.openxmlformats.org/officeDocument/2006/relationships/image" Target="../media/image11.wmf"/></Relationships>
</file>

<file path=ppt/drawings/_rels/vmlDrawing21.vml.rels><?xml version="1.0" encoding="UTF-8" standalone="yes"?>
<Relationships xmlns="http://schemas.openxmlformats.org/package/2006/relationships"><Relationship Id="rId2" Type="http://schemas.openxmlformats.org/officeDocument/2006/relationships/image" Target="../media/image77.wmf"/><Relationship Id="rId1" Type="http://schemas.openxmlformats.org/officeDocument/2006/relationships/image" Target="../media/image11.w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w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w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1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ang nội d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4"/>
          <p:cNvSpPr>
            <a:spLocks noGrp="1"/>
          </p:cNvSpPr>
          <p:nvPr>
            <p:ph type="body" sz="quarter" idx="13" hasCustomPrompt="1"/>
          </p:nvPr>
        </p:nvSpPr>
        <p:spPr>
          <a:xfrm>
            <a:off x="1644073" y="201414"/>
            <a:ext cx="8783781" cy="695492"/>
          </a:xfrm>
          <a:solidFill>
            <a:srgbClr val="E7F0F9"/>
          </a:solidFill>
          <a:ln>
            <a:solidFill>
              <a:srgbClr val="0070C0"/>
            </a:solidFill>
            <a:prstDash val="dash"/>
          </a:ln>
        </p:spPr>
        <p:txBody>
          <a:bodyPr anchor="ctr" anchorCtr="0">
            <a:normAutofit/>
          </a:bodyPr>
          <a:lstStyle>
            <a:lvl1pPr marL="514350" indent="-514350">
              <a:buFont typeface="+mj-lt"/>
              <a:buAutoNum type="arabicPeriod"/>
              <a:defRPr sz="2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SG" dirty="0"/>
              <a:t>Content</a:t>
            </a:r>
            <a:endParaRPr lang="en-SG" dirty="0"/>
          </a:p>
        </p:txBody>
      </p:sp>
      <p:sp>
        <p:nvSpPr>
          <p:cNvPr id="10" name="Date Placeholder 8"/>
          <p:cNvSpPr>
            <a:spLocks noGrp="1"/>
          </p:cNvSpPr>
          <p:nvPr>
            <p:ph type="dt" sz="half" idx="14"/>
          </p:nvPr>
        </p:nvSpPr>
        <p:spPr>
          <a:xfrm>
            <a:off x="405847" y="6356350"/>
            <a:ext cx="3025775" cy="365125"/>
          </a:xfrm>
        </p:spPr>
        <p:txBody>
          <a:bodyPr/>
          <a:lstStyle/>
          <a:p>
            <a:fld id="{935E1902-143F-44EB-9B55-BF75C8ACDFAD}" type="datetime1">
              <a:rPr lang="en-SG" smtClean="0"/>
            </a:fld>
            <a:endParaRPr lang="en-SG"/>
          </a:p>
        </p:txBody>
      </p:sp>
      <p:sp>
        <p:nvSpPr>
          <p:cNvPr id="11" name="Footer Placeholder 11"/>
          <p:cNvSpPr>
            <a:spLocks noGrp="1"/>
          </p:cNvSpPr>
          <p:nvPr>
            <p:ph type="ftr" sz="quarter" idx="15"/>
          </p:nvPr>
        </p:nvSpPr>
        <p:spPr>
          <a:xfrm>
            <a:off x="4038599" y="6356349"/>
            <a:ext cx="4114800" cy="365125"/>
          </a:xfrm>
        </p:spPr>
        <p:txBody>
          <a:bodyPr/>
          <a:lstStyle/>
          <a:p>
            <a:endParaRPr lang="en-SG"/>
          </a:p>
        </p:txBody>
      </p:sp>
      <p:sp>
        <p:nvSpPr>
          <p:cNvPr id="12" name="Slide Number Placeholder 13"/>
          <p:cNvSpPr>
            <a:spLocks noGrp="1"/>
          </p:cNvSpPr>
          <p:nvPr>
            <p:ph type="sldNum" sz="quarter" idx="16"/>
          </p:nvPr>
        </p:nvSpPr>
        <p:spPr>
          <a:xfrm>
            <a:off x="8760378" y="6367143"/>
            <a:ext cx="3025775" cy="365125"/>
          </a:xfrm>
        </p:spPr>
        <p:txBody>
          <a:bodyPr/>
          <a:lstStyle/>
          <a:p>
            <a:fld id="{2BA667B7-7BA5-4DB2-A058-B66A386C003C}" type="slidenum">
              <a:rPr lang="en-SG" smtClean="0"/>
            </a:fld>
            <a:endParaRPr lang="en-SG"/>
          </a:p>
        </p:txBody>
      </p:sp>
      <p:pic>
        <p:nvPicPr>
          <p:cNvPr id="21" name="Picture 2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105"/>
          <a:stretch>
            <a:fillRect/>
          </a:stretch>
        </p:blipFill>
        <p:spPr bwMode="auto">
          <a:xfrm>
            <a:off x="405847" y="76879"/>
            <a:ext cx="946231" cy="944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4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0865" y="107307"/>
            <a:ext cx="1065287" cy="883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sz="quarter" idx="17"/>
          </p:nvPr>
        </p:nvSpPr>
        <p:spPr>
          <a:xfrm>
            <a:off x="405847" y="1161462"/>
            <a:ext cx="11380305" cy="5070353"/>
          </a:xfrm>
          <a:ln>
            <a:solidFill>
              <a:srgbClr val="0070C0"/>
            </a:solidFill>
            <a:prstDash val="dash"/>
          </a:ln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FC293A-EAE5-415B-A200-7E52F54D1A52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E3A3B-B110-4F01-9423-767620472A1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vmlDrawing" Target="../drawings/vmlDrawing1.vml"/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8.emf"/><Relationship Id="rId2" Type="http://schemas.openxmlformats.org/officeDocument/2006/relationships/oleObject" Target="../embeddings/oleObject1.bin"/><Relationship Id="rId1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.wmf"/><Relationship Id="rId8" Type="http://schemas.openxmlformats.org/officeDocument/2006/relationships/oleObject" Target="../embeddings/oleObject5.bin"/><Relationship Id="rId7" Type="http://schemas.openxmlformats.org/officeDocument/2006/relationships/image" Target="../media/image7.png"/><Relationship Id="rId6" Type="http://schemas.openxmlformats.org/officeDocument/2006/relationships/image" Target="../media/image11.w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10.wmf"/><Relationship Id="rId3" Type="http://schemas.openxmlformats.org/officeDocument/2006/relationships/oleObject" Target="../embeddings/oleObject3.bin"/><Relationship Id="rId2" Type="http://schemas.openxmlformats.org/officeDocument/2006/relationships/image" Target="../media/image9.wmf"/><Relationship Id="rId11" Type="http://schemas.openxmlformats.org/officeDocument/2006/relationships/vmlDrawing" Target="../drawings/vmlDrawing2.vml"/><Relationship Id="rId10" Type="http://schemas.openxmlformats.org/officeDocument/2006/relationships/slideLayout" Target="../slideLayouts/slideLayout12.xml"/><Relationship Id="rId1" Type="http://schemas.openxmlformats.org/officeDocument/2006/relationships/oleObject" Target="../embeddings/oleObject2.bin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10.bin"/><Relationship Id="rId8" Type="http://schemas.openxmlformats.org/officeDocument/2006/relationships/image" Target="../media/image15.wmf"/><Relationship Id="rId7" Type="http://schemas.openxmlformats.org/officeDocument/2006/relationships/oleObject" Target="../embeddings/oleObject9.bin"/><Relationship Id="rId6" Type="http://schemas.openxmlformats.org/officeDocument/2006/relationships/image" Target="../media/image14.wmf"/><Relationship Id="rId5" Type="http://schemas.openxmlformats.org/officeDocument/2006/relationships/oleObject" Target="../embeddings/oleObject8.bin"/><Relationship Id="rId4" Type="http://schemas.openxmlformats.org/officeDocument/2006/relationships/image" Target="../media/image13.wmf"/><Relationship Id="rId3" Type="http://schemas.openxmlformats.org/officeDocument/2006/relationships/oleObject" Target="../embeddings/oleObject7.bin"/><Relationship Id="rId2" Type="http://schemas.openxmlformats.org/officeDocument/2006/relationships/image" Target="../media/image11.wmf"/><Relationship Id="rId14" Type="http://schemas.openxmlformats.org/officeDocument/2006/relationships/vmlDrawing" Target="../drawings/vmlDrawing3.vml"/><Relationship Id="rId13" Type="http://schemas.openxmlformats.org/officeDocument/2006/relationships/slideLayout" Target="../slideLayouts/slideLayout12.xml"/><Relationship Id="rId12" Type="http://schemas.openxmlformats.org/officeDocument/2006/relationships/image" Target="../media/image17.wmf"/><Relationship Id="rId11" Type="http://schemas.openxmlformats.org/officeDocument/2006/relationships/oleObject" Target="../embeddings/oleObject11.bin"/><Relationship Id="rId10" Type="http://schemas.openxmlformats.org/officeDocument/2006/relationships/image" Target="../media/image16.wmf"/><Relationship Id="rId1" Type="http://schemas.openxmlformats.org/officeDocument/2006/relationships/oleObject" Target="../embeddings/oleObject6.bin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4.v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20.wmf"/><Relationship Id="rId5" Type="http://schemas.openxmlformats.org/officeDocument/2006/relationships/oleObject" Target="../embeddings/oleObject14.bin"/><Relationship Id="rId4" Type="http://schemas.openxmlformats.org/officeDocument/2006/relationships/image" Target="../media/image19.wmf"/><Relationship Id="rId3" Type="http://schemas.openxmlformats.org/officeDocument/2006/relationships/oleObject" Target="../embeddings/oleObject13.bin"/><Relationship Id="rId2" Type="http://schemas.openxmlformats.org/officeDocument/2006/relationships/image" Target="../media/image18.wmf"/><Relationship Id="rId1" Type="http://schemas.openxmlformats.org/officeDocument/2006/relationships/oleObject" Target="../embeddings/oleObject12.bin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5.v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23.wmf"/><Relationship Id="rId5" Type="http://schemas.openxmlformats.org/officeDocument/2006/relationships/oleObject" Target="../embeddings/oleObject17.bin"/><Relationship Id="rId4" Type="http://schemas.openxmlformats.org/officeDocument/2006/relationships/image" Target="../media/image22.wmf"/><Relationship Id="rId3" Type="http://schemas.openxmlformats.org/officeDocument/2006/relationships/oleObject" Target="../embeddings/oleObject16.bin"/><Relationship Id="rId2" Type="http://schemas.openxmlformats.org/officeDocument/2006/relationships/image" Target="../media/image21.wmf"/><Relationship Id="rId1" Type="http://schemas.openxmlformats.org/officeDocument/2006/relationships/oleObject" Target="../embeddings/oleObject15.bin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6.v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26.wmf"/><Relationship Id="rId5" Type="http://schemas.openxmlformats.org/officeDocument/2006/relationships/oleObject" Target="../embeddings/oleObject20.bin"/><Relationship Id="rId4" Type="http://schemas.openxmlformats.org/officeDocument/2006/relationships/image" Target="../media/image25.wmf"/><Relationship Id="rId3" Type="http://schemas.openxmlformats.org/officeDocument/2006/relationships/oleObject" Target="../embeddings/oleObject19.bin"/><Relationship Id="rId2" Type="http://schemas.openxmlformats.org/officeDocument/2006/relationships/image" Target="../media/image24.wmf"/><Relationship Id="rId1" Type="http://schemas.openxmlformats.org/officeDocument/2006/relationships/oleObject" Target="../embeddings/oleObject18.bin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vmlDrawing" Target="../drawings/vmlDrawing7.v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28.wmf"/><Relationship Id="rId3" Type="http://schemas.openxmlformats.org/officeDocument/2006/relationships/oleObject" Target="../embeddings/oleObject22.bin"/><Relationship Id="rId2" Type="http://schemas.openxmlformats.org/officeDocument/2006/relationships/image" Target="../media/image27.wmf"/><Relationship Id="rId1" Type="http://schemas.openxmlformats.org/officeDocument/2006/relationships/oleObject" Target="../embeddings/oleObject21.bin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32.wmf"/><Relationship Id="rId7" Type="http://schemas.openxmlformats.org/officeDocument/2006/relationships/oleObject" Target="../embeddings/oleObject26.bin"/><Relationship Id="rId6" Type="http://schemas.openxmlformats.org/officeDocument/2006/relationships/image" Target="../media/image31.wmf"/><Relationship Id="rId5" Type="http://schemas.openxmlformats.org/officeDocument/2006/relationships/oleObject" Target="../embeddings/oleObject25.bin"/><Relationship Id="rId4" Type="http://schemas.openxmlformats.org/officeDocument/2006/relationships/image" Target="../media/image30.wmf"/><Relationship Id="rId3" Type="http://schemas.openxmlformats.org/officeDocument/2006/relationships/oleObject" Target="../embeddings/oleObject24.bin"/><Relationship Id="rId2" Type="http://schemas.openxmlformats.org/officeDocument/2006/relationships/image" Target="../media/image29.wmf"/><Relationship Id="rId10" Type="http://schemas.openxmlformats.org/officeDocument/2006/relationships/vmlDrawing" Target="../drawings/vmlDrawing8.vml"/><Relationship Id="rId1" Type="http://schemas.openxmlformats.org/officeDocument/2006/relationships/oleObject" Target="../embeddings/oleObject23.bin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9.v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35.wmf"/><Relationship Id="rId5" Type="http://schemas.openxmlformats.org/officeDocument/2006/relationships/oleObject" Target="../embeddings/oleObject29.bin"/><Relationship Id="rId4" Type="http://schemas.openxmlformats.org/officeDocument/2006/relationships/image" Target="../media/image34.wmf"/><Relationship Id="rId3" Type="http://schemas.openxmlformats.org/officeDocument/2006/relationships/oleObject" Target="../embeddings/oleObject28.bin"/><Relationship Id="rId2" Type="http://schemas.openxmlformats.org/officeDocument/2006/relationships/image" Target="../media/image33.wmf"/><Relationship Id="rId1" Type="http://schemas.openxmlformats.org/officeDocument/2006/relationships/oleObject" Target="../embeddings/oleObject27.bin"/></Relationships>
</file>

<file path=ppt/slides/_rels/slide1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vmlDrawing" Target="../drawings/vmlDrawing10.v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37.wmf"/><Relationship Id="rId3" Type="http://schemas.openxmlformats.org/officeDocument/2006/relationships/oleObject" Target="../embeddings/oleObject31.bin"/><Relationship Id="rId2" Type="http://schemas.openxmlformats.org/officeDocument/2006/relationships/image" Target="../media/image36.wmf"/><Relationship Id="rId1" Type="http://schemas.openxmlformats.org/officeDocument/2006/relationships/oleObject" Target="../embeddings/oleObject30.bin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7" Type="http://schemas.openxmlformats.org/officeDocument/2006/relationships/vmlDrawing" Target="../drawings/vmlDrawing11.v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33.bin"/><Relationship Id="rId3" Type="http://schemas.openxmlformats.org/officeDocument/2006/relationships/image" Target="../media/image40.wmf"/><Relationship Id="rId2" Type="http://schemas.openxmlformats.org/officeDocument/2006/relationships/oleObject" Target="../embeddings/oleObject32.bin"/><Relationship Id="rId1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7" Type="http://schemas.openxmlformats.org/officeDocument/2006/relationships/vmlDrawing" Target="../drawings/vmlDrawing12.v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44.wmf"/><Relationship Id="rId4" Type="http://schemas.openxmlformats.org/officeDocument/2006/relationships/oleObject" Target="../embeddings/oleObject35.bin"/><Relationship Id="rId3" Type="http://schemas.openxmlformats.org/officeDocument/2006/relationships/image" Target="../media/image43.wmf"/><Relationship Id="rId2" Type="http://schemas.openxmlformats.org/officeDocument/2006/relationships/oleObject" Target="../embeddings/oleObject34.bin"/><Relationship Id="rId1" Type="http://schemas.openxmlformats.org/officeDocument/2006/relationships/image" Target="../media/image42.png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vmlDrawing" Target="../drawings/vmlDrawing13.v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47.wmf"/><Relationship Id="rId4" Type="http://schemas.openxmlformats.org/officeDocument/2006/relationships/oleObject" Target="../embeddings/oleObject37.bin"/><Relationship Id="rId3" Type="http://schemas.openxmlformats.org/officeDocument/2006/relationships/image" Target="../media/image46.wmf"/><Relationship Id="rId2" Type="http://schemas.openxmlformats.org/officeDocument/2006/relationships/oleObject" Target="../embeddings/oleObject36.bin"/><Relationship Id="rId1" Type="http://schemas.openxmlformats.org/officeDocument/2006/relationships/image" Target="../media/image4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14.v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50.wmf"/><Relationship Id="rId5" Type="http://schemas.openxmlformats.org/officeDocument/2006/relationships/oleObject" Target="../embeddings/oleObject40.bin"/><Relationship Id="rId4" Type="http://schemas.openxmlformats.org/officeDocument/2006/relationships/image" Target="../media/image49.wmf"/><Relationship Id="rId3" Type="http://schemas.openxmlformats.org/officeDocument/2006/relationships/oleObject" Target="../embeddings/oleObject39.bin"/><Relationship Id="rId2" Type="http://schemas.openxmlformats.org/officeDocument/2006/relationships/image" Target="../media/image48.wmf"/><Relationship Id="rId1" Type="http://schemas.openxmlformats.org/officeDocument/2006/relationships/oleObject" Target="../embeddings/oleObject38.bin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52.png"/><Relationship Id="rId1" Type="http://schemas.openxmlformats.org/officeDocument/2006/relationships/image" Target="../media/image5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15.v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55.wmf"/><Relationship Id="rId5" Type="http://schemas.openxmlformats.org/officeDocument/2006/relationships/oleObject" Target="../embeddings/oleObject43.bin"/><Relationship Id="rId4" Type="http://schemas.openxmlformats.org/officeDocument/2006/relationships/image" Target="../media/image54.wmf"/><Relationship Id="rId3" Type="http://schemas.openxmlformats.org/officeDocument/2006/relationships/oleObject" Target="../embeddings/oleObject42.bin"/><Relationship Id="rId2" Type="http://schemas.openxmlformats.org/officeDocument/2006/relationships/image" Target="../media/image53.wmf"/><Relationship Id="rId1" Type="http://schemas.openxmlformats.org/officeDocument/2006/relationships/oleObject" Target="../embeddings/oleObject41.bin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57.png"/><Relationship Id="rId1" Type="http://schemas.openxmlformats.org/officeDocument/2006/relationships/image" Target="../media/image5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16.v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60.wmf"/><Relationship Id="rId5" Type="http://schemas.openxmlformats.org/officeDocument/2006/relationships/oleObject" Target="../embeddings/oleObject46.bin"/><Relationship Id="rId4" Type="http://schemas.openxmlformats.org/officeDocument/2006/relationships/image" Target="../media/image59.wmf"/><Relationship Id="rId3" Type="http://schemas.openxmlformats.org/officeDocument/2006/relationships/oleObject" Target="../embeddings/oleObject45.bin"/><Relationship Id="rId2" Type="http://schemas.openxmlformats.org/officeDocument/2006/relationships/image" Target="../media/image58.wmf"/><Relationship Id="rId1" Type="http://schemas.openxmlformats.org/officeDocument/2006/relationships/oleObject" Target="../embeddings/oleObject44.bin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62.png"/><Relationship Id="rId1" Type="http://schemas.openxmlformats.org/officeDocument/2006/relationships/image" Target="../media/image6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64.png"/><Relationship Id="rId1" Type="http://schemas.openxmlformats.org/officeDocument/2006/relationships/image" Target="../media/image6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17.v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67.wmf"/><Relationship Id="rId5" Type="http://schemas.openxmlformats.org/officeDocument/2006/relationships/oleObject" Target="../embeddings/oleObject49.bin"/><Relationship Id="rId4" Type="http://schemas.openxmlformats.org/officeDocument/2006/relationships/image" Target="../media/image66.wmf"/><Relationship Id="rId3" Type="http://schemas.openxmlformats.org/officeDocument/2006/relationships/oleObject" Target="../embeddings/oleObject48.bin"/><Relationship Id="rId2" Type="http://schemas.openxmlformats.org/officeDocument/2006/relationships/image" Target="../media/image65.wmf"/><Relationship Id="rId1" Type="http://schemas.openxmlformats.org/officeDocument/2006/relationships/oleObject" Target="../embeddings/oleObject47.bin"/></Relationships>
</file>

<file path=ppt/slides/_rels/slide28.xml.rels><?xml version="1.0" encoding="UTF-8" standalone="yes"?>
<Relationships xmlns="http://schemas.openxmlformats.org/package/2006/relationships"><Relationship Id="rId6" Type="http://schemas.openxmlformats.org/officeDocument/2006/relationships/vmlDrawing" Target="../drawings/vmlDrawing18.v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69.wmf"/><Relationship Id="rId3" Type="http://schemas.openxmlformats.org/officeDocument/2006/relationships/oleObject" Target="../embeddings/oleObject51.bin"/><Relationship Id="rId2" Type="http://schemas.openxmlformats.org/officeDocument/2006/relationships/image" Target="../media/image68.wmf"/><Relationship Id="rId1" Type="http://schemas.openxmlformats.org/officeDocument/2006/relationships/oleObject" Target="../embeddings/oleObject50.bin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73.wmf"/><Relationship Id="rId7" Type="http://schemas.openxmlformats.org/officeDocument/2006/relationships/oleObject" Target="../embeddings/oleObject55.bin"/><Relationship Id="rId6" Type="http://schemas.openxmlformats.org/officeDocument/2006/relationships/image" Target="../media/image72.wmf"/><Relationship Id="rId5" Type="http://schemas.openxmlformats.org/officeDocument/2006/relationships/oleObject" Target="../embeddings/oleObject54.bin"/><Relationship Id="rId4" Type="http://schemas.openxmlformats.org/officeDocument/2006/relationships/image" Target="../media/image71.wmf"/><Relationship Id="rId3" Type="http://schemas.openxmlformats.org/officeDocument/2006/relationships/oleObject" Target="../embeddings/oleObject53.bin"/><Relationship Id="rId2" Type="http://schemas.openxmlformats.org/officeDocument/2006/relationships/image" Target="../media/image70.wmf"/><Relationship Id="rId10" Type="http://schemas.openxmlformats.org/officeDocument/2006/relationships/vmlDrawing" Target="../drawings/vmlDrawing19.vml"/><Relationship Id="rId1" Type="http://schemas.openxmlformats.org/officeDocument/2006/relationships/oleObject" Target="../embeddings/oleObject52.bin"/></Relationships>
</file>

<file path=ppt/slides/_rels/slide30.xml.rels><?xml version="1.0" encoding="UTF-8" standalone="yes"?>
<Relationships xmlns="http://schemas.openxmlformats.org/package/2006/relationships"><Relationship Id="rId7" Type="http://schemas.openxmlformats.org/officeDocument/2006/relationships/vmlDrawing" Target="../drawings/vmlDrawing20.v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75.wmf"/><Relationship Id="rId4" Type="http://schemas.openxmlformats.org/officeDocument/2006/relationships/oleObject" Target="../embeddings/oleObject57.bin"/><Relationship Id="rId3" Type="http://schemas.openxmlformats.org/officeDocument/2006/relationships/image" Target="../media/image11.wmf"/><Relationship Id="rId2" Type="http://schemas.openxmlformats.org/officeDocument/2006/relationships/oleObject" Target="../embeddings/oleObject56.bin"/><Relationship Id="rId1" Type="http://schemas.openxmlformats.org/officeDocument/2006/relationships/image" Target="../media/image74.png"/></Relationships>
</file>

<file path=ppt/slides/_rels/slide31.xml.rels><?xml version="1.0" encoding="UTF-8" standalone="yes"?>
<Relationships xmlns="http://schemas.openxmlformats.org/package/2006/relationships"><Relationship Id="rId7" Type="http://schemas.openxmlformats.org/officeDocument/2006/relationships/vmlDrawing" Target="../drawings/vmlDrawing21.v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77.wmf"/><Relationship Id="rId4" Type="http://schemas.openxmlformats.org/officeDocument/2006/relationships/oleObject" Target="../embeddings/oleObject59.bin"/><Relationship Id="rId3" Type="http://schemas.openxmlformats.org/officeDocument/2006/relationships/image" Target="../media/image11.wmf"/><Relationship Id="rId2" Type="http://schemas.openxmlformats.org/officeDocument/2006/relationships/oleObject" Target="../embeddings/oleObject58.bin"/><Relationship Id="rId1" Type="http://schemas.openxmlformats.org/officeDocument/2006/relationships/image" Target="../media/image76.png"/></Relationships>
</file>

<file path=ppt/slides/_rels/slide32.xml.rels><?xml version="1.0" encoding="UTF-8" standalone="yes"?>
<Relationships xmlns="http://schemas.openxmlformats.org/package/2006/relationships"><Relationship Id="rId5" Type="http://schemas.openxmlformats.org/officeDocument/2006/relationships/vmlDrawing" Target="../drawings/vmlDrawing22.vml"/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78.emf"/><Relationship Id="rId2" Type="http://schemas.openxmlformats.org/officeDocument/2006/relationships/image" Target="../media/image11.wmf"/><Relationship Id="rId1" Type="http://schemas.openxmlformats.org/officeDocument/2006/relationships/oleObject" Target="../embeddings/oleObject60.bin"/></Relationships>
</file>

<file path=ppt/slides/_rels/slide33.xml.rels><?xml version="1.0" encoding="UTF-8" standalone="yes"?>
<Relationships xmlns="http://schemas.openxmlformats.org/package/2006/relationships"><Relationship Id="rId5" Type="http://schemas.openxmlformats.org/officeDocument/2006/relationships/vmlDrawing" Target="../drawings/vmlDrawing23.vml"/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79.emf"/><Relationship Id="rId2" Type="http://schemas.openxmlformats.org/officeDocument/2006/relationships/image" Target="../media/image11.wmf"/><Relationship Id="rId1" Type="http://schemas.openxmlformats.org/officeDocument/2006/relationships/oleObject" Target="../embeddings/oleObject61.bin"/></Relationships>
</file>

<file path=ppt/slides/_rels/slide34.xml.rels><?xml version="1.0" encoding="UTF-8" standalone="yes"?>
<Relationships xmlns="http://schemas.openxmlformats.org/package/2006/relationships"><Relationship Id="rId5" Type="http://schemas.openxmlformats.org/officeDocument/2006/relationships/vmlDrawing" Target="../drawings/vmlDrawing24.vml"/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80.emf"/><Relationship Id="rId2" Type="http://schemas.openxmlformats.org/officeDocument/2006/relationships/image" Target="../media/image11.wmf"/><Relationship Id="rId1" Type="http://schemas.openxmlformats.org/officeDocument/2006/relationships/oleObject" Target="../embeddings/oleObject62.bin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/>
          <p:cNvSpPr txBox="1"/>
          <p:nvPr/>
        </p:nvSpPr>
        <p:spPr>
          <a:xfrm>
            <a:off x="2009163" y="241519"/>
            <a:ext cx="8173673" cy="506498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TRƯỜNG ĐẠI HỌC SƯ PHẠM KỸ THUẬT TP.HCM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itle 1"/>
          <p:cNvSpPr txBox="1"/>
          <p:nvPr/>
        </p:nvSpPr>
        <p:spPr>
          <a:xfrm>
            <a:off x="4135770" y="646097"/>
            <a:ext cx="3920455" cy="5064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KHOA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ĐIỆN – ĐIỆN TỬ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itle 1"/>
          <p:cNvSpPr txBox="1"/>
          <p:nvPr/>
        </p:nvSpPr>
        <p:spPr>
          <a:xfrm>
            <a:off x="2952922" y="1244824"/>
            <a:ext cx="6286150" cy="5064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ĐỒ ÁN: KỸ THUẬT ROBOT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itle 1"/>
          <p:cNvSpPr txBox="1"/>
          <p:nvPr/>
        </p:nvSpPr>
        <p:spPr>
          <a:xfrm>
            <a:off x="5381537" y="2145223"/>
            <a:ext cx="1428925" cy="441303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ĐỀ TÀI </a:t>
            </a:r>
            <a:endParaRPr lang="en-US" sz="28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itle 1"/>
          <p:cNvSpPr txBox="1"/>
          <p:nvPr/>
        </p:nvSpPr>
        <p:spPr>
          <a:xfrm>
            <a:off x="1393269" y="2863456"/>
            <a:ext cx="9405458" cy="107012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XÂY DỰNG MÔ HÌNH VÀ ĐIỀU KHIỂN CÁNH TAY ROBOT 4 BẬC TỰ DO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ubtitle 2"/>
          <p:cNvSpPr txBox="1"/>
          <p:nvPr/>
        </p:nvSpPr>
        <p:spPr>
          <a:xfrm>
            <a:off x="1524000" y="4589852"/>
            <a:ext cx="9144000" cy="165576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GVHD: TS. Đặng Xuân Ba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Sinh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Vũ Tiến Phát - 21151309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5631" y="3884159"/>
            <a:ext cx="4153096" cy="24427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1627295" y="193025"/>
            <a:ext cx="8783781" cy="695492"/>
          </a:xfrm>
        </p:spPr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MỤC TIÊU ĐỀ TÀI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2"/>
          <p:cNvSpPr>
            <a:spLocks noGrp="1"/>
          </p:cNvSpPr>
          <p:nvPr>
            <p:ph sz="quarter" idx="17"/>
          </p:nvPr>
        </p:nvSpPr>
        <p:spPr>
          <a:xfrm>
            <a:off x="405847" y="1143000"/>
            <a:ext cx="11380305" cy="5153025"/>
          </a:xfrm>
        </p:spPr>
        <p:txBody>
          <a:bodyPr/>
          <a:lstStyle/>
          <a:p>
            <a:pPr marL="342900" lvl="0" indent="-342900" algn="just">
              <a:lnSpc>
                <a:spcPct val="150000"/>
              </a:lnSpc>
              <a:buFont typeface="Symbol" panose="05050102010706020507" pitchFamily="18" charset="2"/>
              <a:buChar char=""/>
            </a:pP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Xây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dựng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mô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hình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cánh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tay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robot 4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bậc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tự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do.</a:t>
            </a:r>
            <a:endParaRPr lang="en-US" sz="2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Symbol" panose="05050102010706020507" pitchFamily="18" charset="2"/>
              <a:buChar char=""/>
            </a:pP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Ứng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dụng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bộ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điều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khiển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PID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vào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điều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khiển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các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góc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quay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của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robot.</a:t>
            </a:r>
            <a:endParaRPr lang="en-US" sz="2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00000"/>
              </a:lnSpc>
              <a:buFont typeface="Symbol" panose="05050102010706020507" pitchFamily="18" charset="2"/>
              <a:buChar char=""/>
            </a:pP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Thực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hiện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các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tính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toán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lý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thuyết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về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robot: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động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học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quy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hoạch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quỹ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đạo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không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gian</a:t>
            </a:r>
            <a:endParaRPr lang="en-US" sz="2400" kern="1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lvl="0" indent="0" algn="just">
              <a:lnSpc>
                <a:spcPct val="150000"/>
              </a:lnSpc>
              <a:buNone/>
            </a:pP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làm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việc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lang="en-US" sz="2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Thiết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kế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giao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diện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điều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khiển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cho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cánh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tay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robot 4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bậc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2400" kern="100" dirty="0" err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tự</a:t>
            </a:r>
            <a:r>
              <a:rPr lang="en-US" sz="2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do.</a:t>
            </a:r>
            <a:endParaRPr lang="en-US" sz="24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CƠ SỞ LÝ THUYẾT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quarter" idx="17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Không gian làm việc.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quỹ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MÔ HÌNH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 descr="A drawing of a mechanical arm&#10;&#10;Description automatically genera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9399" y="1153579"/>
            <a:ext cx="4488501" cy="2275421"/>
          </a:xfrm>
          <a:prstGeom prst="rect">
            <a:avLst/>
          </a:prstGeom>
        </p:spPr>
      </p:pic>
      <p:pic>
        <p:nvPicPr>
          <p:cNvPr id="5" name="Picture 4" descr="A drawing of a machine&#10;&#10;Description automatically generat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011" y="1153579"/>
            <a:ext cx="2757187" cy="2690072"/>
          </a:xfrm>
          <a:prstGeom prst="rect">
            <a:avLst/>
          </a:prstGeom>
        </p:spPr>
      </p:pic>
      <p:pic>
        <p:nvPicPr>
          <p:cNvPr id="6" name="Picture 5" descr="A drawing of a machine&#10;&#10;Description automatically generat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7799" y="3863708"/>
            <a:ext cx="4488501" cy="22153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13773" y="3429000"/>
            <a:ext cx="2247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đứng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12940" y="3838744"/>
            <a:ext cx="21996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cạnh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144230" y="5848217"/>
            <a:ext cx="22172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chiếu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ĐẶT TRỤC CHO ROBOT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1"/>
          <a:srcRect l="28982" t="38485" r="26654" b="11906"/>
          <a:stretch>
            <a:fillRect/>
          </a:stretch>
        </p:blipFill>
        <p:spPr bwMode="auto">
          <a:xfrm>
            <a:off x="866577" y="1027398"/>
            <a:ext cx="4704488" cy="2959163"/>
          </a:xfrm>
          <a:prstGeom prst="rect">
            <a:avLst/>
          </a:prstGeom>
          <a:ln>
            <a:noFill/>
          </a:ln>
        </p:spPr>
      </p:pic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6096000" y="1036186"/>
          <a:ext cx="5630780" cy="310414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Visio" r:id="rId2" imgW="4398010" imgH="2440305" progId="Visio.Drawing.15">
                  <p:embed/>
                </p:oleObj>
              </mc:Choice>
              <mc:Fallback>
                <p:oleObj name="Visio" r:id="rId2" imgW="4398010" imgH="2440305" progId="Visio.Drawing.15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96000" y="1036186"/>
                        <a:ext cx="5630780" cy="310414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Table 4"/>
          <p:cNvGraphicFramePr/>
          <p:nvPr/>
        </p:nvGraphicFramePr>
        <p:xfrm>
          <a:off x="1829435" y="4084320"/>
          <a:ext cx="8533765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6565"/>
                <a:gridCol w="4266565"/>
              </a:tblGrid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Thông số </a:t>
                      </a:r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Kích thước (mm)</a:t>
                      </a:r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</a:t>
                      </a:r>
                      <a:endParaRPr lang="en-US" sz="2000" b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</a:t>
                      </a:r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</a:t>
                      </a:r>
                      <a:r>
                        <a:rPr lang="en-US" sz="2000" b="1" baseline="-25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2000" b="1" baseline="-25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176</a:t>
                      </a:r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</a:t>
                      </a:r>
                      <a:r>
                        <a:rPr lang="en-US" sz="2000" b="1" baseline="-25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2000" b="1" baseline="-25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91</a:t>
                      </a:r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</a:t>
                      </a:r>
                      <a:r>
                        <a:rPr lang="en-US" sz="2000" b="1" baseline="-25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2000" b="1" baseline="-25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122</a:t>
                      </a:r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</a:t>
                      </a:r>
                      <a:r>
                        <a:rPr lang="en-US" sz="2000" b="1" baseline="-25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2000" b="1" baseline="-25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78</a:t>
                      </a:r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</a:t>
                      </a:r>
                      <a:r>
                        <a:rPr lang="en-US" sz="2000" b="1" baseline="-25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2000" b="1" baseline="-25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79</a:t>
                      </a:r>
                      <a:endParaRPr lang="en-US" sz="2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 anchorCtr="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ĐỘNG HỌC THUẬN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644364" y="1064174"/>
            <a:ext cx="2123857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Bảng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D –H: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0" y="3810000"/>
            <a:ext cx="5644515" cy="129159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indent="457200"/>
            <a:r>
              <a:rPr lang="en-US" sz="2600" b="0" cap="none" spc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Ta có dạng tổng quát ma trận chuyển đổi từ hệ trục toạ độ {i} sang hệ trục toạ độ {i-1} là:</a:t>
            </a:r>
            <a:endParaRPr lang="en-US" sz="2600" b="0" cap="none" spc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/>
          <p:cNvGraphicFramePr/>
          <p:nvPr/>
        </p:nvGraphicFramePr>
        <p:xfrm>
          <a:off x="5644515" y="1587500"/>
          <a:ext cx="554418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6440"/>
                <a:gridCol w="1240155"/>
                <a:gridCol w="1183640"/>
                <a:gridCol w="1163320"/>
                <a:gridCol w="1230630"/>
              </a:tblGrid>
              <a:tr h="5181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a</a:t>
                      </a:r>
                      <a:r>
                        <a:rPr lang="en-US" sz="2800" kern="100" baseline="-25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i-1</a:t>
                      </a:r>
                      <a:endParaRPr lang="en-US" sz="2800" kern="1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+mn-ea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α</a:t>
                      </a:r>
                      <a:r>
                        <a:rPr lang="en-US" sz="2800" kern="100" baseline="-25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i-1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d</a:t>
                      </a:r>
                      <a:r>
                        <a:rPr lang="en-US" sz="2800" kern="100" baseline="-25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i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θ</a:t>
                      </a:r>
                      <a:r>
                        <a:rPr lang="en-US" sz="2800" kern="100" baseline="-25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i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</a:tr>
              <a:tr h="51816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θ</a:t>
                      </a:r>
                      <a:r>
                        <a:rPr lang="en-US" sz="2800" kern="100" baseline="-25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1</a:t>
                      </a:r>
                      <a:endParaRPr lang="en-US" sz="2800" kern="100" baseline="-250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</a:t>
                      </a:r>
                      <a:r>
                        <a:rPr lang="en-US" sz="2800" baseline="-25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2800" baseline="-25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θ</a:t>
                      </a:r>
                      <a:r>
                        <a:rPr lang="en-US" sz="2800" kern="100" baseline="-25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2</a:t>
                      </a:r>
                      <a:endParaRPr lang="en-US" sz="2800" kern="100" baseline="-250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</a:t>
                      </a:r>
                      <a:r>
                        <a:rPr lang="en-US" sz="2800" baseline="-25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2800" baseline="-25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θ</a:t>
                      </a:r>
                      <a:r>
                        <a:rPr lang="en-US" sz="2800" kern="100" baseline="-25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3</a:t>
                      </a:r>
                      <a:endParaRPr lang="en-US" sz="2800" kern="100" baseline="-250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+mn-ea"/>
                      </a:endParaRPr>
                    </a:p>
                  </a:txBody>
                  <a:tcPr/>
                </a:tc>
              </a:tr>
              <a:tr h="4324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</a:t>
                      </a:r>
                      <a:r>
                        <a:rPr lang="en-US" sz="2800" baseline="-25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2800" baseline="-25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 kern="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θ</a:t>
                      </a:r>
                      <a:r>
                        <a:rPr lang="en-US" sz="2800" kern="100" baseline="-25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  <a:sym typeface="+mn-ea"/>
                        </a:rPr>
                        <a:t>4</a:t>
                      </a:r>
                      <a:endParaRPr lang="en-US" sz="2800" kern="100" baseline="-250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  <a:sym typeface="+mn-ea"/>
                      </a:endParaRPr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EE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</a:t>
                      </a:r>
                      <a:r>
                        <a:rPr lang="en-US" sz="2800" baseline="-250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2800" baseline="-250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2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6" name="Object 1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819583" y="5189855"/>
          <a:ext cx="2141220" cy="11506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850900" imgH="457200" progId="Equation.KSEE3">
                  <p:embed/>
                </p:oleObj>
              </mc:Choice>
              <mc:Fallback>
                <p:oleObj name="" r:id="rId1" imgW="850900" imgH="457200" progId="Equation.KSEE3">
                  <p:embed/>
                  <p:pic>
                    <p:nvPicPr>
                      <p:cNvPr id="0" name="Picture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819583" y="5189855"/>
                        <a:ext cx="2141220" cy="11506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" name="Text Box 24"/>
          <p:cNvSpPr txBox="1"/>
          <p:nvPr/>
        </p:nvSpPr>
        <p:spPr>
          <a:xfrm>
            <a:off x="6054090" y="5193030"/>
            <a:ext cx="84010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800">
                <a:latin typeface="Times New Roman" panose="02020603050405020304" pitchFamily="18" charset="0"/>
                <a:cs typeface="Times New Roman" panose="02020603050405020304" pitchFamily="18" charset="0"/>
              </a:rPr>
              <a:t>Với:</a:t>
            </a:r>
            <a:endParaRPr lang="en-US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6" name="Object 2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944610" y="5193665"/>
          <a:ext cx="2830195" cy="11449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3" imgW="1028700" imgH="457200" progId="Equation.KSEE3">
                  <p:embed/>
                </p:oleObj>
              </mc:Choice>
              <mc:Fallback>
                <p:oleObj name="" r:id="rId3" imgW="1028700" imgH="457200" progId="Equation.KSEE3">
                  <p:embed/>
                  <p:pic>
                    <p:nvPicPr>
                      <p:cNvPr id="0" name="Picture 102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944610" y="5193665"/>
                        <a:ext cx="2830195" cy="11449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Object 2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38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" r:id="rId5" imgW="114300" imgH="215900" progId="Equation.KSEE3">
                  <p:embed/>
                </p:oleObj>
              </mc:Choice>
              <mc:Fallback>
                <p:oleObj name="" r:id="rId5" imgW="114300" imgH="215900" progId="Equation.KSEE3">
                  <p:embed/>
                  <p:pic>
                    <p:nvPicPr>
                      <p:cNvPr id="0" name="Picture 1026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038850" y="3321050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7"/>
          <a:srcRect l="28982" t="38485" r="26654" b="11906"/>
          <a:stretch>
            <a:fillRect/>
          </a:stretch>
        </p:blipFill>
        <p:spPr bwMode="auto">
          <a:xfrm>
            <a:off x="90170" y="1027430"/>
            <a:ext cx="4323080" cy="2719705"/>
          </a:xfrm>
          <a:prstGeom prst="rect">
            <a:avLst/>
          </a:prstGeom>
          <a:ln>
            <a:noFill/>
          </a:ln>
        </p:spPr>
      </p:pic>
      <p:graphicFrame>
        <p:nvGraphicFramePr>
          <p:cNvPr id="4" name="Object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90170" y="5038725"/>
          <a:ext cx="5791200" cy="175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8" name="" r:id="rId8" imgW="2959100" imgH="914400" progId="Equation.KSEE3">
                  <p:embed/>
                </p:oleObj>
              </mc:Choice>
              <mc:Fallback>
                <p:oleObj name="" r:id="rId8" imgW="2959100" imgH="914400" progId="Equation.KSEE3">
                  <p:embed/>
                  <p:pic>
                    <p:nvPicPr>
                      <p:cNvPr id="0" name="Picture 102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90170" y="5038725"/>
                        <a:ext cx="5791200" cy="1752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ĐỘNG HỌC THUẬN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Object 2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38850" y="361442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" r:id="rId1" imgW="114300" imgH="215900" progId="Equation.KSEE3">
                  <p:embed/>
                </p:oleObj>
              </mc:Choice>
              <mc:Fallback>
                <p:oleObj name="" r:id="rId1" imgW="114300" imgH="215900" progId="Equation.KSEE3">
                  <p:embed/>
                  <p:pic>
                    <p:nvPicPr>
                      <p:cNvPr id="0" name="Picture 1026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038850" y="3614420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 Box 3"/>
          <p:cNvSpPr txBox="1"/>
          <p:nvPr/>
        </p:nvSpPr>
        <p:spPr>
          <a:xfrm>
            <a:off x="265430" y="1462405"/>
            <a:ext cx="36925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 trận chuyển đổi từ hệ trục toạ độ {1} sang hệ trục toạ độ {0}:</a:t>
            </a: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273550" y="1450340"/>
            <a:ext cx="36925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 trận chuyển đổi từ hệ trục toạ độ {2} sang hệ trục toạ độ {1}:</a:t>
            </a: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Object -2147482510"/>
          <p:cNvGraphicFramePr>
            <a:graphicFrameLocks noChangeAspect="1"/>
          </p:cNvGraphicFramePr>
          <p:nvPr/>
        </p:nvGraphicFramePr>
        <p:xfrm>
          <a:off x="4378960" y="2157095"/>
          <a:ext cx="3199765" cy="14776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" r:id="rId3" imgW="2006600" imgH="939800" progId="Equation.DSMT4">
                  <p:embed/>
                </p:oleObj>
              </mc:Choice>
              <mc:Fallback>
                <p:oleObj name="" r:id="rId3" imgW="2006600" imgH="939800" progId="Equation.DSMT4">
                  <p:embed/>
                  <p:pic>
                    <p:nvPicPr>
                      <p:cNvPr id="0" name="Picture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378960" y="2157095"/>
                        <a:ext cx="3199765" cy="147764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70840" y="2178050"/>
          <a:ext cx="3169285" cy="14566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r:id="rId5" imgW="1435100" imgH="914400" progId="Equation.KSEE3">
                  <p:embed/>
                </p:oleObj>
              </mc:Choice>
              <mc:Fallback>
                <p:oleObj name="" r:id="rId5" imgW="1435100" imgH="9144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70840" y="2178050"/>
                        <a:ext cx="3169285" cy="14566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 Box 9"/>
          <p:cNvSpPr txBox="1"/>
          <p:nvPr/>
        </p:nvSpPr>
        <p:spPr>
          <a:xfrm>
            <a:off x="8281670" y="1476375"/>
            <a:ext cx="36925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 trận chuyển đổi từ hệ trục toạ độ {3} sang hệ trục toạ độ {2}:</a:t>
            </a: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Object -2147482509"/>
          <p:cNvGraphicFramePr>
            <a:graphicFrameLocks noChangeAspect="1"/>
          </p:cNvGraphicFramePr>
          <p:nvPr/>
        </p:nvGraphicFramePr>
        <p:xfrm>
          <a:off x="8418195" y="2157095"/>
          <a:ext cx="3064510" cy="14312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" name="" r:id="rId7" imgW="2019300" imgH="939800" progId="Equation.DSMT4">
                  <p:embed/>
                </p:oleObj>
              </mc:Choice>
              <mc:Fallback>
                <p:oleObj name="" r:id="rId7" imgW="2019300" imgH="939800" progId="Equation.DSMT4">
                  <p:embed/>
                  <p:pic>
                    <p:nvPicPr>
                      <p:cNvPr id="0" name="Picture 10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8418195" y="2157095"/>
                        <a:ext cx="3064510" cy="143129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 Box 11"/>
          <p:cNvSpPr txBox="1"/>
          <p:nvPr/>
        </p:nvSpPr>
        <p:spPr>
          <a:xfrm>
            <a:off x="2451100" y="3862705"/>
            <a:ext cx="358775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 trận chuyển đổi từ hệ trục toạ độ {4} sang hệ trục toạ độ {3}:</a:t>
            </a: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Object -2147482508"/>
          <p:cNvGraphicFramePr>
            <a:graphicFrameLocks noChangeAspect="1"/>
          </p:cNvGraphicFramePr>
          <p:nvPr/>
        </p:nvGraphicFramePr>
        <p:xfrm>
          <a:off x="2637155" y="4601845"/>
          <a:ext cx="2901950" cy="15659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" name="" r:id="rId9" imgW="2006600" imgH="939800" progId="Equation.DSMT4">
                  <p:embed/>
                </p:oleObj>
              </mc:Choice>
              <mc:Fallback>
                <p:oleObj name="" r:id="rId9" imgW="2006600" imgH="939800" progId="Equation.DSMT4">
                  <p:embed/>
                  <p:pic>
                    <p:nvPicPr>
                      <p:cNvPr id="0" name="Picture 12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637155" y="4601845"/>
                        <a:ext cx="2901950" cy="156591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 Box 13"/>
          <p:cNvSpPr txBox="1"/>
          <p:nvPr/>
        </p:nvSpPr>
        <p:spPr>
          <a:xfrm>
            <a:off x="6482080" y="3830320"/>
            <a:ext cx="36925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000">
                <a:latin typeface="Times New Roman" panose="02020603050405020304" pitchFamily="18" charset="0"/>
                <a:cs typeface="Times New Roman" panose="02020603050405020304" pitchFamily="18" charset="0"/>
              </a:rPr>
              <a:t>Ma trận chuyển đổi từ hệ trục toạ độ {EE} sang hệ trục toạ độ {4}:</a:t>
            </a:r>
            <a:endParaRPr lang="en-US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5" name="Object 1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765290" y="4601845"/>
          <a:ext cx="3126105" cy="14566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" r:id="rId11" imgW="1346200" imgH="914400" progId="Equation.KSEE3">
                  <p:embed/>
                </p:oleObj>
              </mc:Choice>
              <mc:Fallback>
                <p:oleObj name="" r:id="rId11" imgW="1346200" imgH="9144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6765290" y="4601845"/>
                        <a:ext cx="3126105" cy="14566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ĐỘNG HỌC THUẬN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617220" y="1138555"/>
            <a:ext cx="1148207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Ma trận chuyển đổi từ hệ trục toạ độ {EE} sang hệ trục toạ độ {0}: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Object 8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552450" y="1568450"/>
          <a:ext cx="10967085" cy="161861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r:id="rId1" imgW="5245100" imgH="914400" progId="Equation.KSEE3">
                  <p:embed/>
                </p:oleObj>
              </mc:Choice>
              <mc:Fallback>
                <p:oleObj name="" r:id="rId1" imgW="5245100" imgH="9144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552450" y="1568450"/>
                        <a:ext cx="10967085" cy="161861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Object 1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093085" y="3187065"/>
          <a:ext cx="5885815" cy="13957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" name="" r:id="rId3" imgW="2540000" imgH="711200" progId="Equation.KSEE3">
                  <p:embed/>
                </p:oleObj>
              </mc:Choice>
              <mc:Fallback>
                <p:oleObj name="" r:id="rId3" imgW="2540000" imgH="7112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093085" y="3187065"/>
                        <a:ext cx="5885815" cy="13957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Text Box 18"/>
          <p:cNvSpPr txBox="1"/>
          <p:nvPr/>
        </p:nvSpPr>
        <p:spPr>
          <a:xfrm>
            <a:off x="617220" y="4582795"/>
            <a:ext cx="11482705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Đặt thêm 1 hệ trục {C} ta có m</a:t>
            </a:r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a trận chuyển đổi từ hệ trục toạ độ {0} sang hệ trục toạ độ {C}: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5" name="Object 1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741420" y="5012690"/>
          <a:ext cx="4588510" cy="18275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" name="" r:id="rId5" imgW="1574800" imgH="914400" progId="Equation.KSEE3">
                  <p:embed/>
                </p:oleObj>
              </mc:Choice>
              <mc:Fallback>
                <p:oleObj name="" r:id="rId5" imgW="1574800" imgH="9144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741420" y="5012690"/>
                        <a:ext cx="4588510" cy="18275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ĐỘNG HỌC THUẬN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Box 18"/>
          <p:cNvSpPr txBox="1"/>
          <p:nvPr/>
        </p:nvSpPr>
        <p:spPr>
          <a:xfrm>
            <a:off x="753110" y="3559175"/>
            <a:ext cx="966216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Hệ tọa độ vị trí điểm cuối của robot: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Object 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96000" y="3989070"/>
          <a:ext cx="5744845" cy="179578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" r:id="rId1" imgW="2425700" imgH="939800" progId="Equation.KSEE3">
                  <p:embed/>
                </p:oleObj>
              </mc:Choice>
              <mc:Fallback>
                <p:oleObj name="" r:id="rId1" imgW="2425700" imgH="9398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096000" y="3989070"/>
                        <a:ext cx="5744845" cy="179578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6"/>
          <p:cNvSpPr txBox="1"/>
          <p:nvPr/>
        </p:nvSpPr>
        <p:spPr>
          <a:xfrm>
            <a:off x="617220" y="1138555"/>
            <a:ext cx="1148207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200">
                <a:latin typeface="Times New Roman" panose="02020603050405020304" pitchFamily="18" charset="0"/>
                <a:cs typeface="Times New Roman" panose="02020603050405020304" pitchFamily="18" charset="0"/>
              </a:rPr>
              <a:t>Ma trận chuyển đổi từ hệ trục toạ độ {EE} sang hệ trục toạ độ {C}:</a:t>
            </a:r>
            <a:endParaRPr lang="en-US"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9" name="Object 8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53110" y="1633220"/>
          <a:ext cx="10565765" cy="18611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r:id="rId3" imgW="4394200" imgH="914400" progId="Equation.KSEE3">
                  <p:embed/>
                </p:oleObj>
              </mc:Choice>
              <mc:Fallback>
                <p:oleObj name="" r:id="rId3" imgW="4394200" imgH="9144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53110" y="1633220"/>
                        <a:ext cx="10565765" cy="18611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0" y="4114165"/>
          <a:ext cx="6096000" cy="15532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" r:id="rId5" imgW="2565400" imgH="711200" progId="Equation.KSEE3">
                  <p:embed/>
                </p:oleObj>
              </mc:Choice>
              <mc:Fallback>
                <p:oleObj name="" r:id="rId5" imgW="2565400" imgH="7112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0" y="4114165"/>
                        <a:ext cx="6096000" cy="15532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14379" y="1055597"/>
            <a:ext cx="4081833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thuận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/>
          <p:cNvSpPr/>
          <p:nvPr/>
        </p:nvSpPr>
        <p:spPr>
          <a:xfrm>
            <a:off x="814070" y="3496310"/>
            <a:ext cx="11610975" cy="112458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nghịch</a:t>
            </a:r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8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Ta có: 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3"/>
          <p:cNvSpPr/>
          <p:nvPr/>
        </p:nvSpPr>
        <p:spPr>
          <a:xfrm>
            <a:off x="801679" y="4685970"/>
            <a:ext cx="1643434" cy="52197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Theta 1: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Object 2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01370" y="1540510"/>
          <a:ext cx="6865620" cy="20472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" name="" r:id="rId1" imgW="2247900" imgH="939800" progId="Equation.KSEE3">
                  <p:embed/>
                </p:oleObj>
              </mc:Choice>
              <mc:Fallback>
                <p:oleObj name="" r:id="rId1" imgW="2247900" imgH="9398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801370" y="1540510"/>
                        <a:ext cx="6865620" cy="20472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Object 3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138045" y="4122420"/>
          <a:ext cx="2623820" cy="5632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1" name="" r:id="rId3" imgW="952500" imgH="241300" progId="Equation.KSEE3">
                  <p:embed/>
                </p:oleObj>
              </mc:Choice>
              <mc:Fallback>
                <p:oleObj name="" r:id="rId3" imgW="952500" imgH="241300" progId="Equation.KSEE3">
                  <p:embed/>
                  <p:pic>
                    <p:nvPicPr>
                      <p:cNvPr id="0" name="Picture 103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38045" y="4122420"/>
                        <a:ext cx="2623820" cy="5632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3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24230" y="5272405"/>
          <a:ext cx="6708140" cy="92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2" name="" r:id="rId5" imgW="2908300" imgH="457200" progId="Equation.KSEE3">
                  <p:embed/>
                </p:oleObj>
              </mc:Choice>
              <mc:Fallback>
                <p:oleObj name="" r:id="rId5" imgW="2908300" imgH="457200" progId="Equation.KSEE3">
                  <p:embed/>
                  <p:pic>
                    <p:nvPicPr>
                      <p:cNvPr id="0" name="Picture 103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24230" y="5272405"/>
                        <a:ext cx="6708140" cy="92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8" name="Object 3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34415" y="1704340"/>
          <a:ext cx="8424545" cy="24714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3" name="" r:id="rId1" imgW="2819400" imgH="965200" progId="Equation.KSEE3">
                  <p:embed/>
                </p:oleObj>
              </mc:Choice>
              <mc:Fallback>
                <p:oleObj name="" r:id="rId1" imgW="2819400" imgH="965200" progId="Equation.KSEE3">
                  <p:embed/>
                  <p:pic>
                    <p:nvPicPr>
                      <p:cNvPr id="0" name="Picture 1032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034415" y="1704340"/>
                        <a:ext cx="8424545" cy="24714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Rectangle 21"/>
          <p:cNvSpPr/>
          <p:nvPr/>
        </p:nvSpPr>
        <p:spPr>
          <a:xfrm>
            <a:off x="1034724" y="1108302"/>
            <a:ext cx="4081833" cy="52197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Ta có hệ phương trình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Rectangle 21"/>
          <p:cNvSpPr/>
          <p:nvPr/>
        </p:nvSpPr>
        <p:spPr>
          <a:xfrm>
            <a:off x="1035359" y="4176622"/>
            <a:ext cx="4081833" cy="52197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Đặt 2 hằng số E và F: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1" name="Object 4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35050" y="4772660"/>
          <a:ext cx="6257925" cy="12490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" name="" r:id="rId3" imgW="2019300" imgH="482600" progId="Equation.KSEE3">
                  <p:embed/>
                </p:oleObj>
              </mc:Choice>
              <mc:Fallback>
                <p:oleObj name="" r:id="rId3" imgW="2019300" imgH="482600" progId="Equation.KSEE3">
                  <p:embed/>
                  <p:pic>
                    <p:nvPicPr>
                      <p:cNvPr id="0" name="Picture 103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35050" y="4772660"/>
                        <a:ext cx="6257925" cy="12490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88290" y="1055370"/>
            <a:ext cx="5761355" cy="52197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Bình phương phương trình (3) và (4)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/>
          <p:cNvSpPr/>
          <p:nvPr/>
        </p:nvSpPr>
        <p:spPr>
          <a:xfrm>
            <a:off x="288290" y="4154805"/>
            <a:ext cx="5618480" cy="1086485"/>
          </a:xfrm>
          <a:prstGeom prst="rect">
            <a:avLst/>
          </a:prstGeom>
          <a:noFill/>
        </p:spPr>
        <p:txBody>
          <a:bodyPr wrap="square" lIns="91440" tIns="45720" rIns="91440" bIns="45720">
            <a:noAutofit/>
          </a:bodyPr>
          <a:lstStyle/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Cộng hai phương trình (5) và (6) sau đó rút gọn ra được: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8" name="Object 3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444298" y="2933700"/>
          <a:ext cx="5633720" cy="286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3" name="" r:id="rId1" imgW="2400300" imgH="1193800" progId="Equation.KSEE3">
                  <p:embed/>
                </p:oleObj>
              </mc:Choice>
              <mc:Fallback>
                <p:oleObj name="" r:id="rId1" imgW="2400300" imgH="1193800" progId="Equation.KSEE3">
                  <p:embed/>
                  <p:pic>
                    <p:nvPicPr>
                      <p:cNvPr id="0" name="Picture 1032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6444298" y="2933700"/>
                        <a:ext cx="5633720" cy="28638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" name="Rectangle 21"/>
          <p:cNvSpPr/>
          <p:nvPr/>
        </p:nvSpPr>
        <p:spPr>
          <a:xfrm>
            <a:off x="6344920" y="2310130"/>
            <a:ext cx="5733415" cy="52197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Đặt các hằng số như sau : 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Object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61925" y="1513205"/>
          <a:ext cx="5985510" cy="25850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" name="" r:id="rId3" imgW="2184400" imgH="990600" progId="Equation.KSEE3">
                  <p:embed/>
                </p:oleObj>
              </mc:Choice>
              <mc:Fallback>
                <p:oleObj name="" r:id="rId3" imgW="2184400" imgH="990600" progId="Equation.KSEE3">
                  <p:embed/>
                  <p:pic>
                    <p:nvPicPr>
                      <p:cNvPr id="0" name="Picture 103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61925" y="1513205"/>
                        <a:ext cx="5985510" cy="25850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61925" y="5298440"/>
          <a:ext cx="5927725" cy="5632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" r:id="rId5" imgW="2616200" imgH="241300" progId="Equation.KSEE3">
                  <p:embed/>
                </p:oleObj>
              </mc:Choice>
              <mc:Fallback>
                <p:oleObj name="" r:id="rId5" imgW="2616200" imgH="241300" progId="Equation.KSEE3">
                  <p:embed/>
                  <p:pic>
                    <p:nvPicPr>
                      <p:cNvPr id="0" name="Picture 10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61925" y="5298440"/>
                        <a:ext cx="5927725" cy="5632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2"/>
          <p:cNvSpPr/>
          <p:nvPr/>
        </p:nvSpPr>
        <p:spPr>
          <a:xfrm>
            <a:off x="6344920" y="1064895"/>
            <a:ext cx="5744845" cy="52197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Đưa phương trình (7) về dạng: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Object 1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444615" y="1688465"/>
          <a:ext cx="3472180" cy="5200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" name="" r:id="rId7" imgW="1485900" imgH="215900" progId="Equation.KSEE3">
                  <p:embed/>
                </p:oleObj>
              </mc:Choice>
              <mc:Fallback>
                <p:oleObj name="" r:id="rId7" imgW="1485900" imgH="215900" progId="Equation.KSEE3">
                  <p:embed/>
                  <p:pic>
                    <p:nvPicPr>
                      <p:cNvPr id="0" name="Picture 1032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444615" y="1688465"/>
                        <a:ext cx="3472180" cy="5200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10540" y="2472055"/>
            <a:ext cx="11681460" cy="52197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8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Thay vào phương trình (7) ta tính được Theta2</a:t>
            </a:r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Object 2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48933" y="2919413"/>
          <a:ext cx="7125970" cy="18268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" name="" r:id="rId1" imgW="3073400" imgH="838200" progId="Equation.KSEE3">
                  <p:embed/>
                </p:oleObj>
              </mc:Choice>
              <mc:Fallback>
                <p:oleObj name="" r:id="rId1" imgW="3073400" imgH="8382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348933" y="2919413"/>
                        <a:ext cx="7125970" cy="18268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tangle 21"/>
          <p:cNvSpPr/>
          <p:nvPr/>
        </p:nvSpPr>
        <p:spPr>
          <a:xfrm>
            <a:off x="510540" y="970915"/>
            <a:ext cx="5574665" cy="52197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Tính alpha: 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7" name="Object 1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48933" y="1492885"/>
          <a:ext cx="4592320" cy="10363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" name="" r:id="rId3" imgW="1955800" imgH="431800" progId="Equation.KSEE3">
                  <p:embed/>
                </p:oleObj>
              </mc:Choice>
              <mc:Fallback>
                <p:oleObj name="" r:id="rId3" imgW="1955800" imgH="431800" progId="Equation.KSEE3">
                  <p:embed/>
                  <p:pic>
                    <p:nvPicPr>
                      <p:cNvPr id="0" name="Picture 103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48933" y="1492885"/>
                        <a:ext cx="4592320" cy="10363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510540" y="4746625"/>
          <a:ext cx="6850380" cy="2111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" name="" r:id="rId5" imgW="3873500" imgH="1193800" progId="Equation.KSEE3">
                  <p:embed/>
                </p:oleObj>
              </mc:Choice>
              <mc:Fallback>
                <p:oleObj name="" r:id="rId5" imgW="3873500" imgH="11938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10540" y="4746625"/>
                        <a:ext cx="6850380" cy="21113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31800" y="1055370"/>
            <a:ext cx="11760200" cy="52197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- Từ phương trình (1) và (2) ta tính được Theta3 như sau :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4" name="Object 3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31800" y="1577340"/>
          <a:ext cx="6494145" cy="30727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" name="" r:id="rId1" imgW="2400300" imgH="1333500" progId="Equation.KSEE3">
                  <p:embed/>
                </p:oleObj>
              </mc:Choice>
              <mc:Fallback>
                <p:oleObj name="" r:id="rId1" imgW="2400300" imgH="1333500" progId="Equation.KSEE3">
                  <p:embed/>
                  <p:pic>
                    <p:nvPicPr>
                      <p:cNvPr id="0" name="Picture 1029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31800" y="1577340"/>
                        <a:ext cx="6494145" cy="30727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1"/>
          <p:cNvSpPr/>
          <p:nvPr/>
        </p:nvSpPr>
        <p:spPr>
          <a:xfrm>
            <a:off x="431800" y="4744720"/>
            <a:ext cx="11760200" cy="52197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- Tính Theta4: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21"/>
          <p:cNvSpPr/>
          <p:nvPr/>
        </p:nvSpPr>
        <p:spPr>
          <a:xfrm>
            <a:off x="689610" y="5266690"/>
            <a:ext cx="11502390" cy="52197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p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+ Ta có: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Object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287270" y="5199380"/>
          <a:ext cx="2971800" cy="1130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" name="" r:id="rId3" imgW="1130300" imgH="457200" progId="Equation.KSEE3">
                  <p:embed/>
                </p:oleObj>
              </mc:Choice>
              <mc:Fallback>
                <p:oleObj name="" r:id="rId3" imgW="1130300" imgH="4572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7270" y="5199380"/>
                        <a:ext cx="2971800" cy="1130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CHỨNG ĐỘNG HỌC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8310" y="1418590"/>
            <a:ext cx="6216015" cy="34937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20981" y="4602840"/>
            <a:ext cx="9557238" cy="1938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giống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thuyết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nghịch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520981" y="1129454"/>
            <a:ext cx="5351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chứng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Matlab</a:t>
            </a: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CHỨNG ĐỘNG HỌC THUẬN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808990" y="1125538"/>
            <a:ext cx="1377950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Với: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4325" y="1076325"/>
            <a:ext cx="8067675" cy="5781675"/>
          </a:xfrm>
          <a:prstGeom prst="rect">
            <a:avLst/>
          </a:prstGeom>
        </p:spPr>
      </p:pic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809158" y="1673423"/>
            <a:ext cx="338488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4" name="Object 1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059940" y="1160780"/>
          <a:ext cx="4349750" cy="5124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2" imgW="1638300" imgH="228600" progId="Equation.KSEE3">
                  <p:embed/>
                </p:oleObj>
              </mc:Choice>
              <mc:Fallback>
                <p:oleObj name="" r:id="rId2" imgW="1638300" imgH="228600" progId="Equation.KSEE3">
                  <p:embed/>
                  <p:pic>
                    <p:nvPicPr>
                      <p:cNvPr id="0" name="Picture 102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59940" y="1160780"/>
                        <a:ext cx="4349750" cy="5124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1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808990" y="2313940"/>
          <a:ext cx="1729105" cy="20980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4" imgW="660400" imgH="914400" progId="Equation.KSEE3">
                  <p:embed/>
                </p:oleObj>
              </mc:Choice>
              <mc:Fallback>
                <p:oleObj name="" r:id="rId4" imgW="660400" imgH="914400" progId="Equation.KSEE3">
                  <p:embed/>
                  <p:pic>
                    <p:nvPicPr>
                      <p:cNvPr id="0" name="Picture 1025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08990" y="2313940"/>
                        <a:ext cx="1729105" cy="20980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71415" y="1028700"/>
            <a:ext cx="7220585" cy="582930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CHỨNG ĐỘNG HỌC THUẬN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808990" y="1125538"/>
            <a:ext cx="1377950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Với: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809158" y="1673423"/>
            <a:ext cx="338488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4" name="Object 1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050415" y="1160780"/>
          <a:ext cx="4754880" cy="5124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2" imgW="1790700" imgH="228600" progId="Equation.KSEE3">
                  <p:embed/>
                </p:oleObj>
              </mc:Choice>
              <mc:Fallback>
                <p:oleObj name="" r:id="rId2" imgW="1790700" imgH="228600" progId="Equation.KSEE3">
                  <p:embed/>
                  <p:pic>
                    <p:nvPicPr>
                      <p:cNvPr id="0" name="Picture 102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50415" y="1160780"/>
                        <a:ext cx="4754880" cy="5124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1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937895" y="2313940"/>
          <a:ext cx="1895475" cy="20980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4" imgW="723900" imgH="914400" progId="Equation.KSEE3">
                  <p:embed/>
                </p:oleObj>
              </mc:Choice>
              <mc:Fallback>
                <p:oleObj name="" r:id="rId4" imgW="723900" imgH="914400" progId="Equation.KSEE3">
                  <p:embed/>
                  <p:pic>
                    <p:nvPicPr>
                      <p:cNvPr id="0" name="Picture 1025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37895" y="2313940"/>
                        <a:ext cx="1895475" cy="20980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62960" y="1532890"/>
            <a:ext cx="8829040" cy="5325110"/>
          </a:xfrm>
          <a:prstGeom prst="rect">
            <a:avLst/>
          </a:prstGeom>
        </p:spPr>
      </p:pic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CHỨNG ĐỘNG HỌC THUẬN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808990" y="1125538"/>
            <a:ext cx="1377950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Với: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809158" y="1673423"/>
            <a:ext cx="338488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4" name="Object 1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000250" y="1160780"/>
          <a:ext cx="4956810" cy="5124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2" imgW="1866900" imgH="228600" progId="Equation.KSEE3">
                  <p:embed/>
                </p:oleObj>
              </mc:Choice>
              <mc:Fallback>
                <p:oleObj name="" r:id="rId2" imgW="1866900" imgH="228600" progId="Equation.KSEE3">
                  <p:embed/>
                  <p:pic>
                    <p:nvPicPr>
                      <p:cNvPr id="0" name="Picture 102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00250" y="1160780"/>
                        <a:ext cx="4956810" cy="5124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1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25805" y="2313940"/>
          <a:ext cx="1895475" cy="20980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4" imgW="723900" imgH="914400" progId="Equation.KSEE3">
                  <p:embed/>
                </p:oleObj>
              </mc:Choice>
              <mc:Fallback>
                <p:oleObj name="" r:id="rId4" imgW="723900" imgH="914400" progId="Equation.KSEE3">
                  <p:embed/>
                  <p:pic>
                    <p:nvPicPr>
                      <p:cNvPr id="0" name="Picture 1025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25805" y="2313940"/>
                        <a:ext cx="1895475" cy="20980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CHỨNG 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808990" y="1125538"/>
            <a:ext cx="1377950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Với: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809158" y="1673423"/>
            <a:ext cx="338488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4" name="Object 1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013903" y="1101408"/>
          <a:ext cx="6204585" cy="5410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2336800" imgH="241300" progId="Equation.KSEE3">
                  <p:embed/>
                </p:oleObj>
              </mc:Choice>
              <mc:Fallback>
                <p:oleObj name="" r:id="rId1" imgW="2336800" imgH="241300" progId="Equation.KSEE3">
                  <p:embed/>
                  <p:pic>
                    <p:nvPicPr>
                      <p:cNvPr id="0" name="Picture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013903" y="1101408"/>
                        <a:ext cx="6204585" cy="5410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1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644015" y="2934335"/>
          <a:ext cx="1696085" cy="21564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3" imgW="647700" imgH="939800" progId="Equation.KSEE3">
                  <p:embed/>
                </p:oleObj>
              </mc:Choice>
              <mc:Fallback>
                <p:oleObj name="" r:id="rId3" imgW="647700" imgH="939800" progId="Equation.KSEE3">
                  <p:embed/>
                  <p:pic>
                    <p:nvPicPr>
                      <p:cNvPr id="0" name="Picture 102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644015" y="2934335"/>
                        <a:ext cx="1696085" cy="21564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627673" y="2318573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1: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Object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522720" y="2915285"/>
          <a:ext cx="1696085" cy="21564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" r:id="rId5" imgW="647700" imgH="939800" progId="Equation.KSEE3">
                  <p:embed/>
                </p:oleObj>
              </mc:Choice>
              <mc:Fallback>
                <p:oleObj name="" r:id="rId5" imgW="647700" imgH="939800" progId="Equation.KSEE3">
                  <p:embed/>
                  <p:pic>
                    <p:nvPicPr>
                      <p:cNvPr id="0" name="Picture 102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522720" y="2915285"/>
                        <a:ext cx="1696085" cy="21564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6506378" y="2289363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2: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CHỨNG 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0" y="2264410"/>
            <a:ext cx="6096000" cy="459359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79650"/>
            <a:ext cx="6371590" cy="4493895"/>
          </a:xfrm>
          <a:prstGeom prst="rect">
            <a:avLst/>
          </a:prstGeom>
        </p:spPr>
      </p:pic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1493053" y="1427668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1: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7042953" y="1427668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2: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CHỨNG 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808990" y="1125538"/>
            <a:ext cx="1377950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Với: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809158" y="1673423"/>
            <a:ext cx="338488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4" name="Object 1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010410" y="1121728"/>
          <a:ext cx="6272530" cy="5410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2362200" imgH="241300" progId="Equation.KSEE3">
                  <p:embed/>
                </p:oleObj>
              </mc:Choice>
              <mc:Fallback>
                <p:oleObj name="" r:id="rId1" imgW="2362200" imgH="241300" progId="Equation.KSEE3">
                  <p:embed/>
                  <p:pic>
                    <p:nvPicPr>
                      <p:cNvPr id="0" name="Picture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010410" y="1121728"/>
                        <a:ext cx="6272530" cy="5410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1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644015" y="2934335"/>
          <a:ext cx="1696085" cy="21564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3" imgW="647700" imgH="939800" progId="Equation.KSEE3">
                  <p:embed/>
                </p:oleObj>
              </mc:Choice>
              <mc:Fallback>
                <p:oleObj name="" r:id="rId3" imgW="647700" imgH="939800" progId="Equation.KSEE3">
                  <p:embed/>
                  <p:pic>
                    <p:nvPicPr>
                      <p:cNvPr id="0" name="Picture 102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644015" y="2934335"/>
                        <a:ext cx="1696085" cy="21564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627673" y="2318573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1: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Object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522720" y="2915285"/>
          <a:ext cx="1696085" cy="21564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" r:id="rId5" imgW="647700" imgH="939800" progId="Equation.KSEE3">
                  <p:embed/>
                </p:oleObj>
              </mc:Choice>
              <mc:Fallback>
                <p:oleObj name="" r:id="rId5" imgW="647700" imgH="939800" progId="Equation.KSEE3">
                  <p:embed/>
                  <p:pic>
                    <p:nvPicPr>
                      <p:cNvPr id="0" name="Picture 102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522720" y="2915285"/>
                        <a:ext cx="1696085" cy="21564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6506378" y="2289363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2: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CHỨNG 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1493053" y="1427668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1: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7042953" y="1427668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2: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197100"/>
            <a:ext cx="6096000" cy="46609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275" y="2279015"/>
            <a:ext cx="6562725" cy="46469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CHỨNG 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808990" y="1125538"/>
            <a:ext cx="1377950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Với: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809158" y="1673423"/>
            <a:ext cx="338488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4" name="Object 1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027238" y="1121728"/>
          <a:ext cx="6238875" cy="5410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2349500" imgH="241300" progId="Equation.KSEE3">
                  <p:embed/>
                </p:oleObj>
              </mc:Choice>
              <mc:Fallback>
                <p:oleObj name="" r:id="rId1" imgW="2349500" imgH="241300" progId="Equation.KSEE3">
                  <p:embed/>
                  <p:pic>
                    <p:nvPicPr>
                      <p:cNvPr id="0" name="Picture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2027238" y="1121728"/>
                        <a:ext cx="6238875" cy="5410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1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644015" y="2934335"/>
          <a:ext cx="1696085" cy="21564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3" imgW="647700" imgH="939800" progId="Equation.KSEE3">
                  <p:embed/>
                </p:oleObj>
              </mc:Choice>
              <mc:Fallback>
                <p:oleObj name="" r:id="rId3" imgW="647700" imgH="939800" progId="Equation.KSEE3">
                  <p:embed/>
                  <p:pic>
                    <p:nvPicPr>
                      <p:cNvPr id="0" name="Picture 102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644015" y="2934335"/>
                        <a:ext cx="1696085" cy="21564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2"/>
          <p:cNvSpPr>
            <a:spLocks noChangeArrowheads="1"/>
          </p:cNvSpPr>
          <p:nvPr/>
        </p:nvSpPr>
        <p:spPr bwMode="auto">
          <a:xfrm>
            <a:off x="1627673" y="2318573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1: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6" name="Object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522720" y="2915285"/>
          <a:ext cx="1696085" cy="21564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" r:id="rId5" imgW="647700" imgH="939800" progId="Equation.KSEE3">
                  <p:embed/>
                </p:oleObj>
              </mc:Choice>
              <mc:Fallback>
                <p:oleObj name="" r:id="rId5" imgW="647700" imgH="939800" progId="Equation.KSEE3">
                  <p:embed/>
                  <p:pic>
                    <p:nvPicPr>
                      <p:cNvPr id="0" name="Picture 1025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522720" y="2915285"/>
                        <a:ext cx="1696085" cy="21564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6506378" y="2289363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2: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CHỨNG 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2"/>
          <p:cNvSpPr>
            <a:spLocks noChangeArrowheads="1"/>
          </p:cNvSpPr>
          <p:nvPr/>
        </p:nvSpPr>
        <p:spPr bwMode="auto">
          <a:xfrm>
            <a:off x="1493053" y="1427668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1: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2"/>
          <p:cNvSpPr>
            <a:spLocks noChangeArrowheads="1"/>
          </p:cNvSpPr>
          <p:nvPr/>
        </p:nvSpPr>
        <p:spPr bwMode="auto">
          <a:xfrm>
            <a:off x="7042953" y="1427668"/>
            <a:ext cx="3384883" cy="5219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Bộ nghiệm 2: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0680" y="2216785"/>
            <a:ext cx="6017260" cy="46412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315" y="2226310"/>
            <a:ext cx="5607685" cy="46316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KIỂM CHỨNG BỘ NGHIỆM ĐỘNG HỌC NGHỊCH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4515" y="1804035"/>
            <a:ext cx="10982325" cy="3784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học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nghịch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robot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muốn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trường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Robot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vượt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khí.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 Robot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vị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trí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muốn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khớp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nằm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giới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phép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khí.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/>
          <p:nvPr>
            <p:ph sz="quarter" idx="17"/>
          </p:nvPr>
        </p:nvSpPr>
        <p:spPr/>
        <p:txBody>
          <a:bodyPr/>
          <a:p>
            <a:pPr>
              <a:lnSpc>
                <a:spcPct val="150000"/>
              </a:lnSpc>
              <a:buFont typeface="Wingdings" panose="05000000000000000000" charset="0"/>
              <a:buChar char="v"/>
            </a:pPr>
            <a:r>
              <a:rPr 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 Nhận xét:</a:t>
            </a:r>
            <a:endParaRPr 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KHÔNG GIAN LÀM VIỆC CỦA ROBOT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8940" y="1484630"/>
            <a:ext cx="5763895" cy="537337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>
                <a:off x="250825" y="1129665"/>
                <a:ext cx="11619865" cy="460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Kết quả mô phỏng: </a:t>
                </a:r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+mn-ea"/>
                  </a:rPr>
                  <a:t>Giới hạn các góc quay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charset="0"/>
                        <a:cs typeface="Cambria Math" panose="02040503050406030204" charset="0"/>
                        <a:sym typeface="+mn-ea"/>
                      </a:rPr>
                      <m:t>𝜃</m:t>
                    </m:r>
                    <m:r>
                      <a:rPr lang="en-US" sz="2400" i="1" dirty="0">
                        <a:latin typeface="Cambria Math" panose="02040503050406030204" charset="0"/>
                        <a:cs typeface="Cambria Math" panose="02040503050406030204" charset="0"/>
                        <a:sym typeface="+mn-ea"/>
                      </a:rPr>
                      <m:t> </m:t>
                    </m:r>
                  </m:oMath>
                </a14:m>
                <a:r>
                  <a:rPr 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+mn-ea"/>
                  </a:rPr>
                  <a:t>trong khoảng từ [-90; 90] </a:t>
                </a:r>
                <a:endParaRPr lang="en-US" sz="2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0825" y="1129665"/>
                <a:ext cx="11619865" cy="46037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HOẠCH QUỸ ĐẠO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751840" y="768985"/>
            <a:ext cx="10568305" cy="39693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lnSpc>
                <a:spcPct val="200000"/>
              </a:lnSpc>
              <a:buFont typeface="Wingdings" panose="05000000000000000000" charset="0"/>
              <a:buChar char="v"/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Cách tính quy hoạch quỹ đạo qua 2 điểm: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>
              <a:lnSpc>
                <a:spcPct val="200000"/>
              </a:lnSpc>
              <a:buFont typeface="Wingdings" panose="05000000000000000000" charset="0"/>
              <a:buNone/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- Các điều kiện ràng buộc: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>
              <a:lnSpc>
                <a:spcPct val="200000"/>
              </a:lnSpc>
              <a:buFont typeface="Wingdings" panose="05000000000000000000" charset="0"/>
              <a:buNone/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1. Điểm bắt đầu: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>
              <a:lnSpc>
                <a:spcPct val="250000"/>
              </a:lnSpc>
              <a:buFont typeface="Wingdings" panose="05000000000000000000" charset="0"/>
              <a:buNone/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2. Điểm kết thúc: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>
              <a:lnSpc>
                <a:spcPct val="200000"/>
              </a:lnSpc>
              <a:buFont typeface="Wingdings" panose="05000000000000000000" charset="0"/>
              <a:buNone/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- Đa thức bậc 3 (Cubic):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Object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020060" y="2372360"/>
          <a:ext cx="3673475" cy="781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" name="" r:id="rId1" imgW="1739900" imgH="393700" progId="Equation.KSEE3">
                  <p:embed/>
                </p:oleObj>
              </mc:Choice>
              <mc:Fallback>
                <p:oleObj name="" r:id="rId1" imgW="1739900" imgH="3937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3020060" y="2372360"/>
                        <a:ext cx="3673475" cy="781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035935" y="3255645"/>
          <a:ext cx="3834765" cy="781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" name="" r:id="rId3" imgW="1816100" imgH="393700" progId="Equation.KSEE3">
                  <p:embed/>
                </p:oleObj>
              </mc:Choice>
              <mc:Fallback>
                <p:oleObj name="" r:id="rId3" imgW="1816100" imgH="3937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035935" y="3255645"/>
                        <a:ext cx="3834765" cy="781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ct 1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82003" y="4693285"/>
          <a:ext cx="4051935" cy="146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" name="" r:id="rId5" imgW="1714500" imgH="660400" progId="Equation.KSEE3">
                  <p:embed/>
                </p:oleObj>
              </mc:Choice>
              <mc:Fallback>
                <p:oleObj name="" r:id="rId5" imgW="1714500" imgH="6604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82003" y="4693285"/>
                        <a:ext cx="4051935" cy="14668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HOẠCH QUỸ ĐẠO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751840" y="1022985"/>
            <a:ext cx="105683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>
              <a:lnSpc>
                <a:spcPct val="100000"/>
              </a:lnSpc>
              <a:buFont typeface="Wingdings" panose="05000000000000000000" charset="0"/>
              <a:buNone/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- Từ các điều kiện ràng buộc ta có: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2" name="Object 1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67080" y="1453515"/>
          <a:ext cx="4379595" cy="21443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" name="" r:id="rId1" imgW="1727200" imgH="965200" progId="Equation.KSEE3">
                  <p:embed/>
                </p:oleObj>
              </mc:Choice>
              <mc:Fallback>
                <p:oleObj name="" r:id="rId1" imgW="1727200" imgH="9652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767080" y="1453515"/>
                        <a:ext cx="4379595" cy="21443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Box 2"/>
          <p:cNvSpPr txBox="1"/>
          <p:nvPr/>
        </p:nvSpPr>
        <p:spPr>
          <a:xfrm>
            <a:off x="751840" y="3654425"/>
            <a:ext cx="105683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>
              <a:lnSpc>
                <a:spcPct val="100000"/>
              </a:lnSpc>
              <a:buFont typeface="Wingdings" panose="05000000000000000000" charset="0"/>
              <a:buNone/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- Các phương trình ràng buộc được trình bày ở dạng ma trận: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Object 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66763" y="4185920"/>
          <a:ext cx="5055870" cy="21443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" r:id="rId3" imgW="1993900" imgH="965200" progId="Equation.KSEE3">
                  <p:embed/>
                </p:oleObj>
              </mc:Choice>
              <mc:Fallback>
                <p:oleObj name="" r:id="rId3" imgW="1993900" imgH="9652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66763" y="4185920"/>
                        <a:ext cx="5055870" cy="21443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HOẠCH QUỸ ĐẠO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751840" y="1022985"/>
            <a:ext cx="105683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>
              <a:lnSpc>
                <a:spcPct val="100000"/>
              </a:lnSpc>
              <a:buFont typeface="Wingdings" panose="05000000000000000000" charset="0"/>
              <a:buNone/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- Đặt các hằng số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2" name="Object 1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51840" y="1492250"/>
          <a:ext cx="4474210" cy="34613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" name="" r:id="rId1" imgW="1447800" imgH="1511300" progId="Equation.KSEE3">
                  <p:embed/>
                </p:oleObj>
              </mc:Choice>
              <mc:Fallback>
                <p:oleObj name="" r:id="rId1" imgW="1447800" imgH="15113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751840" y="1492250"/>
                        <a:ext cx="4474210" cy="34613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Box 2"/>
          <p:cNvSpPr txBox="1"/>
          <p:nvPr/>
        </p:nvSpPr>
        <p:spPr>
          <a:xfrm>
            <a:off x="751840" y="4960620"/>
            <a:ext cx="1056830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>
              <a:lnSpc>
                <a:spcPct val="100000"/>
              </a:lnSpc>
              <a:buFont typeface="Wingdings" panose="05000000000000000000" charset="0"/>
              <a:buNone/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- Ta có: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0">
              <a:lnSpc>
                <a:spcPct val="150000"/>
              </a:lnSpc>
              <a:buFont typeface="Wingdings" panose="05000000000000000000" charset="0"/>
              <a:buNone/>
            </a:pPr>
            <a:r>
              <a:rPr lang="en-US" sz="2400">
                <a:latin typeface="Times New Roman" panose="02020603050405020304" pitchFamily="18" charset="0"/>
                <a:cs typeface="Times New Roman" panose="02020603050405020304" pitchFamily="18" charset="0"/>
              </a:rPr>
              <a:t>- Do đó các tham số của đa thức bậc 3 có thể được tính bằng công thức sau:</a:t>
            </a:r>
            <a:endParaRPr lang="en-US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6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053081" y="1040765"/>
          <a:ext cx="1327785" cy="4514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" name="" r:id="rId3" imgW="545465" imgH="203200" progId="Equation.KSEE3">
                  <p:embed/>
                </p:oleObj>
              </mc:Choice>
              <mc:Fallback>
                <p:oleObj name="" r:id="rId3" imgW="545465" imgH="2032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053081" y="1040765"/>
                        <a:ext cx="1327785" cy="45148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885315" y="4994275"/>
          <a:ext cx="1506855" cy="3670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" name="" r:id="rId5" imgW="520700" imgH="165100" progId="Equation.KSEE3">
                  <p:embed/>
                </p:oleObj>
              </mc:Choice>
              <mc:Fallback>
                <p:oleObj name="" r:id="rId5" imgW="520700" imgH="1651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885315" y="4994275"/>
                        <a:ext cx="1506855" cy="3670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1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167938" y="5450206"/>
          <a:ext cx="1516380" cy="42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" r:id="rId7" imgW="622300" imgH="190500" progId="Equation.KSEE3">
                  <p:embed/>
                </p:oleObj>
              </mc:Choice>
              <mc:Fallback>
                <p:oleObj name="" r:id="rId7" imgW="622300" imgH="1905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0167938" y="5450206"/>
                        <a:ext cx="1516380" cy="42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HOẠCH QUỸ ĐẠO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Box 3"/>
              <p:cNvSpPr txBox="1"/>
              <p:nvPr/>
            </p:nvSpPr>
            <p:spPr>
              <a:xfrm>
                <a:off x="751840" y="1022985"/>
                <a:ext cx="10568305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indent="0">
                  <a:lnSpc>
                    <a:spcPct val="100000"/>
                  </a:lnSpc>
                  <a:buFont typeface="Wingdings" panose="05000000000000000000" charset="0"/>
                  <a:buNone/>
                </a:pPr>
                <a:r>
                  <a:rPr lang="en-US" sz="2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 Các nghiệm có thể được tính như sau:</a:t>
                </a:r>
                <a:endParaRPr lang="en-US" sz="2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Với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charset="0"/>
                        <a:cs typeface="Cambria Math" panose="02040503050406030204" charset="0"/>
                      </a:rPr>
                      <m:t> = </m:t>
                    </m:r>
                    <m:r>
                      <a:rPr lang="en-US" sz="2400" i="1"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lang="en-US" sz="2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sz="2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40" y="1022985"/>
                <a:ext cx="10568305" cy="101473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Object 1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370013" y="1581468"/>
          <a:ext cx="279400" cy="4800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" r:id="rId2" imgW="114300" imgH="215900" progId="Equation.KSEE3">
                  <p:embed/>
                </p:oleObj>
              </mc:Choice>
              <mc:Fallback>
                <p:oleObj name="" r:id="rId2" imgW="114300" imgH="2159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370013" y="1581468"/>
                        <a:ext cx="279400" cy="4800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51840" y="2037715"/>
          <a:ext cx="6721475" cy="35680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" r:id="rId4" imgW="1981200" imgH="1295400" progId="Equation.KSEE3">
                  <p:embed/>
                </p:oleObj>
              </mc:Choice>
              <mc:Fallback>
                <p:oleObj name="" r:id="rId4" imgW="1981200" imgH="12954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51840" y="2037715"/>
                        <a:ext cx="6721475" cy="35680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HOẠCH QUỸ ĐẠO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Box 3"/>
              <p:cNvSpPr txBox="1"/>
              <p:nvPr/>
            </p:nvSpPr>
            <p:spPr>
              <a:xfrm>
                <a:off x="751840" y="1022985"/>
                <a:ext cx="10568305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2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Với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charset="0"/>
                        <a:cs typeface="Cambria Math" panose="02040503050406030204" charset="0"/>
                      </a:rPr>
                      <m:t> ≠ </m:t>
                    </m:r>
                    <m:r>
                      <a:rPr lang="en-US" sz="2400" i="1"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lang="en-US" sz="2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sz="2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40" y="1022985"/>
                <a:ext cx="10568305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Object 1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370013" y="1581468"/>
          <a:ext cx="279400" cy="4800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" r:id="rId2" imgW="114300" imgH="215900" progId="Equation.KSEE3">
                  <p:embed/>
                </p:oleObj>
              </mc:Choice>
              <mc:Fallback>
                <p:oleObj name="" r:id="rId2" imgW="114300" imgH="2159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370013" y="1581468"/>
                        <a:ext cx="279400" cy="4800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51840" y="1590675"/>
          <a:ext cx="8512810" cy="3860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" name="" r:id="rId4" imgW="4484370" imgH="2099945" progId="Equation.KSEE3">
                  <p:embed/>
                </p:oleObj>
              </mc:Choice>
              <mc:Fallback>
                <p:oleObj name="" r:id="rId4" imgW="4484370" imgH="2099945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51840" y="1590675"/>
                        <a:ext cx="8512810" cy="3860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HOẠCH QUỸ ĐẠO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Object 1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370013" y="1581468"/>
          <a:ext cx="279400" cy="4800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" r:id="rId1" imgW="114300" imgH="215900" progId="Equation.KSEE3">
                  <p:embed/>
                </p:oleObj>
              </mc:Choice>
              <mc:Fallback>
                <p:oleObj name="" r:id="rId1" imgW="114300" imgH="2159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370013" y="1581468"/>
                        <a:ext cx="279400" cy="4800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725" y="1188720"/>
            <a:ext cx="12363450" cy="6027420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1177925" y="1053465"/>
            <a:ext cx="105378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mô phỏng vị trí của các Joint:</a:t>
            </a:r>
            <a:endParaRPr lang="en-US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HOẠCH QUỸ ĐẠO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Object 1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370013" y="1581468"/>
          <a:ext cx="279400" cy="4800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" r:id="rId1" imgW="114300" imgH="215900" progId="Equation.KSEE3">
                  <p:embed/>
                </p:oleObj>
              </mc:Choice>
              <mc:Fallback>
                <p:oleObj name="" r:id="rId1" imgW="114300" imgH="2159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370013" y="1581468"/>
                        <a:ext cx="279400" cy="4800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6"/>
          <p:cNvSpPr txBox="1"/>
          <p:nvPr/>
        </p:nvSpPr>
        <p:spPr>
          <a:xfrm>
            <a:off x="1177925" y="1053465"/>
            <a:ext cx="105378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mô phỏng vận tốc của các Joint:</a:t>
            </a:r>
            <a:endParaRPr lang="en-US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71450" y="1186180"/>
            <a:ext cx="12363450" cy="60274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QUY HOẠCH QUỸ ĐẠO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Object 1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370013" y="1581468"/>
          <a:ext cx="279400" cy="4800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" name="" r:id="rId1" imgW="114300" imgH="215900" progId="Equation.KSEE3">
                  <p:embed/>
                </p:oleObj>
              </mc:Choice>
              <mc:Fallback>
                <p:oleObj name="" r:id="rId1" imgW="114300" imgH="215900" progId="Equation.KSEE3">
                  <p:embed/>
                  <p:pic>
                    <p:nvPicPr>
                      <p:cNvPr id="0" name="Picture 2048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1370013" y="1581468"/>
                        <a:ext cx="279400" cy="48006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ext Box 6"/>
          <p:cNvSpPr txBox="1"/>
          <p:nvPr/>
        </p:nvSpPr>
        <p:spPr>
          <a:xfrm>
            <a:off x="1177925" y="1053465"/>
            <a:ext cx="1053782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b="1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mô phỏng gia tốc của các Joint:</a:t>
            </a:r>
            <a:endParaRPr lang="en-US" sz="2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71450" y="1169670"/>
            <a:ext cx="12363450" cy="60274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:circle/>
      </p:transition>
    </mc:Choice>
    <mc:Fallback>
      <p:transition spd="slow">
        <p:circl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 descr="Download Captivating Thank You For Watching Message in Pastel Background  Wallpaper | Wallpapers.com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3868</Words>
  <Application>WPS Presentation</Application>
  <PresentationFormat>Widescreen</PresentationFormat>
  <Paragraphs>329</Paragraphs>
  <Slides>35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62</vt:i4>
      </vt:variant>
      <vt:variant>
        <vt:lpstr>幻灯片标题</vt:lpstr>
      </vt:variant>
      <vt:variant>
        <vt:i4>35</vt:i4>
      </vt:variant>
    </vt:vector>
  </HeadingPairs>
  <TitlesOfParts>
    <vt:vector size="109" baseType="lpstr">
      <vt:lpstr>Arial</vt:lpstr>
      <vt:lpstr>SimSun</vt:lpstr>
      <vt:lpstr>Wingdings</vt:lpstr>
      <vt:lpstr>Times New Roman</vt:lpstr>
      <vt:lpstr>Symbol</vt:lpstr>
      <vt:lpstr>Calibri</vt:lpstr>
      <vt:lpstr>Microsoft YaHei</vt:lpstr>
      <vt:lpstr>Arial Unicode MS</vt:lpstr>
      <vt:lpstr>Calibri Light</vt:lpstr>
      <vt:lpstr>Wingdings</vt:lpstr>
      <vt:lpstr>Cambria Math</vt:lpstr>
      <vt:lpstr>Office Theme</vt:lpstr>
      <vt:lpstr>Visio.Drawing.15</vt:lpstr>
      <vt:lpstr>Equation.DSMT4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Equation.DSMT4</vt:lpstr>
      <vt:lpstr>Equation.KSEE3</vt:lpstr>
      <vt:lpstr>Equation.DSMT4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Mã Văn Triệ</dc:creator>
  <cp:lastModifiedBy>vutie</cp:lastModifiedBy>
  <cp:revision>100</cp:revision>
  <dcterms:created xsi:type="dcterms:W3CDTF">2023-12-31T18:54:00Z</dcterms:created>
  <dcterms:modified xsi:type="dcterms:W3CDTF">2024-11-15T15:24:21Z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CCF8FDFBA298476498D650D5D1D8A3CA_13</vt:lpwstr>
  </property>
  <property fmtid="{D5CDD505-2E9C-101B-9397-08002B2CF9AE}" pid="3" name="KSOProductBuildVer">
    <vt:lpwstr>1033-12.2.0.18607</vt:lpwstr>
  </property>
</Properties>
</file>